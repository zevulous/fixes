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Instrument Sans Medium"/>
      <p:regular r:id="rId20"/>
      <p:bold r:id="rId21"/>
      <p:italic r:id="rId22"/>
      <p:boldItalic r:id="rId23"/>
    </p:embeddedFont>
    <p:embeddedFont>
      <p:font typeface="Instrument Sans SemiBold"/>
      <p:regular r:id="rId24"/>
      <p:bold r:id="rId25"/>
      <p:italic r:id="rId26"/>
      <p:boldItalic r:id="rId27"/>
    </p:embeddedFont>
    <p:embeddedFont>
      <p:font typeface="Outfit"/>
      <p:regular r:id="rId28"/>
      <p:bold r:id="rId29"/>
    </p:embeddedFont>
    <p:embeddedFont>
      <p:font typeface="Instrument Sans"/>
      <p:regular r:id="rId30"/>
      <p:bold r:id="rId31"/>
      <p:italic r:id="rId32"/>
      <p:boldItalic r:id="rId33"/>
    </p:embeddedFont>
    <p:embeddedFont>
      <p:font typeface="Outfit SemiBold"/>
      <p:regular r:id="rId34"/>
      <p:bold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strumentSans-bold.fntdata"/><Relationship Id="rId30" Type="http://schemas.openxmlformats.org/officeDocument/2006/relationships/font" Target="fonts/InstrumentSans-regular.fntdata"/><Relationship Id="rId33" Type="http://schemas.openxmlformats.org/officeDocument/2006/relationships/font" Target="fonts/InstrumentSans-boldItalic.fntdata"/><Relationship Id="rId32" Type="http://schemas.openxmlformats.org/officeDocument/2006/relationships/font" Target="fonts/InstrumentSans-italic.fntdata"/><Relationship Id="rId35" Type="http://schemas.openxmlformats.org/officeDocument/2006/relationships/font" Target="fonts/OutfitSemiBold-bold.fntdata"/><Relationship Id="rId34" Type="http://schemas.openxmlformats.org/officeDocument/2006/relationships/font" Target="fonts/OutfitSemiBold-regular.fntdata"/><Relationship Id="rId20" Type="http://schemas.openxmlformats.org/officeDocument/2006/relationships/font" Target="fonts/InstrumentSansMedium-regular.fntdata"/><Relationship Id="rId22" Type="http://schemas.openxmlformats.org/officeDocument/2006/relationships/font" Target="fonts/InstrumentSansMedium-italic.fntdata"/><Relationship Id="rId21" Type="http://schemas.openxmlformats.org/officeDocument/2006/relationships/font" Target="fonts/InstrumentSansMedium-bold.fntdata"/><Relationship Id="rId24" Type="http://schemas.openxmlformats.org/officeDocument/2006/relationships/font" Target="fonts/InstrumentSansSemiBold-regular.fntdata"/><Relationship Id="rId23" Type="http://schemas.openxmlformats.org/officeDocument/2006/relationships/font" Target="fonts/InstrumentSansMedium-boldItalic.fntdata"/><Relationship Id="rId26" Type="http://schemas.openxmlformats.org/officeDocument/2006/relationships/font" Target="fonts/InstrumentSansSemiBold-italic.fntdata"/><Relationship Id="rId25" Type="http://schemas.openxmlformats.org/officeDocument/2006/relationships/font" Target="fonts/InstrumentSansSemiBold-bold.fntdata"/><Relationship Id="rId28" Type="http://schemas.openxmlformats.org/officeDocument/2006/relationships/font" Target="fonts/Outfit-regular.fntdata"/><Relationship Id="rId27" Type="http://schemas.openxmlformats.org/officeDocument/2006/relationships/font" Target="fonts/InstrumentSansSemiBold-boldItalic.fntdata"/><Relationship Id="rId29" Type="http://schemas.openxmlformats.org/officeDocument/2006/relationships/font" Target="fonts/Outfit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c310448a92_0_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c310448a92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c310448a92_0_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c310448a92_0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c310448a92_0_1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c310448a92_0_1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c310448a92_0_1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c310448a92_0_1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c310448a92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c310448a92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c310448a92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c310448a92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c310448a92_1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3c310448a92_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c310448a92_1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c310448a92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c310448a92_1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3c310448a92_1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c310448a92_1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3c310448a92_1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c310448a92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3c310448a92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c310448a92_1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3c310448a92_1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c310448a92_1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3c310448a92_1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c310448a92_0_1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3c310448a92_0_1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3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flipH="1">
            <a:off x="575775" y="282900"/>
            <a:ext cx="6489000" cy="4574400"/>
          </a:xfrm>
          <a:prstGeom prst="round2DiagRect">
            <a:avLst>
              <a:gd fmla="val 6071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0" name="Google Shape;10;p2"/>
          <p:cNvSpPr/>
          <p:nvPr/>
        </p:nvSpPr>
        <p:spPr>
          <a:xfrm rot="5400000">
            <a:off x="7817600" y="-468900"/>
            <a:ext cx="291000" cy="1794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284775" y="282900"/>
            <a:ext cx="291000" cy="4574400"/>
          </a:xfrm>
          <a:prstGeom prst="roundRect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008000" y="4285050"/>
            <a:ext cx="1573800" cy="333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type="title"/>
          </p:nvPr>
        </p:nvSpPr>
        <p:spPr>
          <a:xfrm>
            <a:off x="1008000" y="587700"/>
            <a:ext cx="4957200" cy="12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" name="Google Shape;14;p2"/>
          <p:cNvSpPr/>
          <p:nvPr>
            <p:ph idx="2" type="pic"/>
          </p:nvPr>
        </p:nvSpPr>
        <p:spPr>
          <a:xfrm>
            <a:off x="7064850" y="575175"/>
            <a:ext cx="1794600" cy="4283100"/>
          </a:xfrm>
          <a:prstGeom prst="roundRect">
            <a:avLst>
              <a:gd fmla="val 16555" name="adj"/>
            </a:avLst>
          </a:prstGeom>
          <a:noFill/>
          <a:ln>
            <a:noFill/>
          </a:ln>
        </p:spPr>
      </p:sp>
      <p:sp>
        <p:nvSpPr>
          <p:cNvPr id="15" name="Google Shape;15;p2"/>
          <p:cNvSpPr txBox="1"/>
          <p:nvPr>
            <p:ph idx="3" type="subTitle"/>
          </p:nvPr>
        </p:nvSpPr>
        <p:spPr>
          <a:xfrm>
            <a:off x="3178225" y="4285050"/>
            <a:ext cx="1573800" cy="333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BLANK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1731400" y="282900"/>
            <a:ext cx="71280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9" name="Google Shape;19;p3"/>
          <p:cNvSpPr txBox="1"/>
          <p:nvPr>
            <p:ph idx="2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0" name="Google Shape;20;p3"/>
          <p:cNvSpPr txBox="1"/>
          <p:nvPr>
            <p:ph idx="3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3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284775" y="282900"/>
            <a:ext cx="71280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4" name="Google Shape;24;p4"/>
          <p:cNvSpPr txBox="1"/>
          <p:nvPr>
            <p:ph idx="2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2">
  <p:cSld name="BLANK_1_1_1_1_1_1_1_3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 flipH="1">
            <a:off x="575775" y="282900"/>
            <a:ext cx="8283600" cy="4574400"/>
          </a:xfrm>
          <a:prstGeom prst="round2DiagRect">
            <a:avLst>
              <a:gd fmla="val 6071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779100" y="282900"/>
            <a:ext cx="4234800" cy="457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8" name="Google Shape;28;p5"/>
          <p:cNvSpPr/>
          <p:nvPr/>
        </p:nvSpPr>
        <p:spPr>
          <a:xfrm>
            <a:off x="284775" y="282900"/>
            <a:ext cx="291000" cy="45744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3">
    <p:bg>
      <p:bgPr>
        <a:solidFill>
          <a:schemeClr val="lt2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idx="1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31" name="Google Shape;31;p6"/>
          <p:cNvSpPr txBox="1"/>
          <p:nvPr>
            <p:ph idx="2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32" name="Google Shape;32;p6"/>
          <p:cNvSpPr txBox="1"/>
          <p:nvPr>
            <p:ph idx="3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solidFill>
          <a:schemeClr val="lt2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284775" y="282900"/>
            <a:ext cx="27873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5" name="Google Shape;35;p7"/>
          <p:cNvSpPr txBox="1"/>
          <p:nvPr>
            <p:ph idx="1" type="subTitle"/>
          </p:nvPr>
        </p:nvSpPr>
        <p:spPr>
          <a:xfrm>
            <a:off x="3348525" y="794925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6" name="Google Shape;36;p7"/>
          <p:cNvSpPr txBox="1"/>
          <p:nvPr>
            <p:ph idx="2" type="subTitle"/>
          </p:nvPr>
        </p:nvSpPr>
        <p:spPr>
          <a:xfrm>
            <a:off x="6242100" y="794925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37" name="Google Shape;37;p7"/>
          <p:cNvSpPr txBox="1"/>
          <p:nvPr>
            <p:ph idx="3" type="subTitle"/>
          </p:nvPr>
        </p:nvSpPr>
        <p:spPr>
          <a:xfrm>
            <a:off x="3348525" y="1911900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38" name="Google Shape;38;p7"/>
          <p:cNvSpPr txBox="1"/>
          <p:nvPr>
            <p:ph idx="4" type="subTitle"/>
          </p:nvPr>
        </p:nvSpPr>
        <p:spPr>
          <a:xfrm>
            <a:off x="6242100" y="1911900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39" name="Google Shape;39;p7"/>
          <p:cNvSpPr txBox="1"/>
          <p:nvPr>
            <p:ph idx="5" type="subTitle"/>
          </p:nvPr>
        </p:nvSpPr>
        <p:spPr>
          <a:xfrm>
            <a:off x="3348525" y="3028875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40" name="Google Shape;40;p7"/>
          <p:cNvSpPr txBox="1"/>
          <p:nvPr>
            <p:ph idx="6" type="subTitle"/>
          </p:nvPr>
        </p:nvSpPr>
        <p:spPr>
          <a:xfrm>
            <a:off x="6242100" y="3028875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41" name="Google Shape;41;p7"/>
          <p:cNvSpPr txBox="1"/>
          <p:nvPr>
            <p:ph idx="7" type="subTitle"/>
          </p:nvPr>
        </p:nvSpPr>
        <p:spPr>
          <a:xfrm>
            <a:off x="3348525" y="4145850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42" name="Google Shape;42;p7"/>
          <p:cNvSpPr txBox="1"/>
          <p:nvPr>
            <p:ph idx="8" type="subTitle"/>
          </p:nvPr>
        </p:nvSpPr>
        <p:spPr>
          <a:xfrm>
            <a:off x="6242100" y="4145850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43" name="Google Shape;43;p7"/>
          <p:cNvSpPr txBox="1"/>
          <p:nvPr>
            <p:ph idx="9" type="subTitle"/>
          </p:nvPr>
        </p:nvSpPr>
        <p:spPr>
          <a:xfrm>
            <a:off x="3348525" y="50602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3" type="subTitle"/>
          </p:nvPr>
        </p:nvSpPr>
        <p:spPr>
          <a:xfrm>
            <a:off x="6242100" y="50602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14" type="subTitle"/>
          </p:nvPr>
        </p:nvSpPr>
        <p:spPr>
          <a:xfrm>
            <a:off x="3348525" y="162307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15" type="subTitle"/>
          </p:nvPr>
        </p:nvSpPr>
        <p:spPr>
          <a:xfrm>
            <a:off x="6242100" y="162307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6" type="subTitle"/>
          </p:nvPr>
        </p:nvSpPr>
        <p:spPr>
          <a:xfrm>
            <a:off x="3348525" y="274012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7" type="subTitle"/>
          </p:nvPr>
        </p:nvSpPr>
        <p:spPr>
          <a:xfrm>
            <a:off x="6242100" y="274012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18" type="subTitle"/>
          </p:nvPr>
        </p:nvSpPr>
        <p:spPr>
          <a:xfrm>
            <a:off x="3348525" y="385717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9" type="subTitle"/>
          </p:nvPr>
        </p:nvSpPr>
        <p:spPr>
          <a:xfrm>
            <a:off x="6242100" y="385717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_1">
    <p:bg>
      <p:bgPr>
        <a:solidFill>
          <a:schemeClr val="lt2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/>
          <p:nvPr>
            <p:ph idx="2" type="pic"/>
          </p:nvPr>
        </p:nvSpPr>
        <p:spPr>
          <a:xfrm>
            <a:off x="284650" y="262312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3" name="Google Shape;53;p8"/>
          <p:cNvSpPr txBox="1"/>
          <p:nvPr>
            <p:ph type="title"/>
          </p:nvPr>
        </p:nvSpPr>
        <p:spPr>
          <a:xfrm>
            <a:off x="284775" y="282900"/>
            <a:ext cx="7851300" cy="6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4" name="Google Shape;54;p8"/>
          <p:cNvSpPr txBox="1"/>
          <p:nvPr>
            <p:ph idx="1" type="subTitle"/>
          </p:nvPr>
        </p:nvSpPr>
        <p:spPr>
          <a:xfrm>
            <a:off x="1009725" y="4145850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5" name="Google Shape;55;p8"/>
          <p:cNvSpPr/>
          <p:nvPr>
            <p:ph idx="3" type="pic"/>
          </p:nvPr>
        </p:nvSpPr>
        <p:spPr>
          <a:xfrm>
            <a:off x="284650" y="373987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6" name="Google Shape;56;p8"/>
          <p:cNvSpPr/>
          <p:nvPr>
            <p:ph idx="4" type="pic"/>
          </p:nvPr>
        </p:nvSpPr>
        <p:spPr>
          <a:xfrm>
            <a:off x="3178288" y="262312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7" name="Google Shape;57;p8"/>
          <p:cNvSpPr/>
          <p:nvPr>
            <p:ph idx="5" type="pic"/>
          </p:nvPr>
        </p:nvSpPr>
        <p:spPr>
          <a:xfrm>
            <a:off x="3178288" y="373987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8" name="Google Shape;58;p8"/>
          <p:cNvSpPr/>
          <p:nvPr>
            <p:ph idx="6" type="pic"/>
          </p:nvPr>
        </p:nvSpPr>
        <p:spPr>
          <a:xfrm>
            <a:off x="6071925" y="262312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9" name="Google Shape;59;p8"/>
          <p:cNvSpPr/>
          <p:nvPr>
            <p:ph idx="7" type="pic"/>
          </p:nvPr>
        </p:nvSpPr>
        <p:spPr>
          <a:xfrm>
            <a:off x="6071925" y="373987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0" name="Google Shape;60;p8"/>
          <p:cNvSpPr txBox="1"/>
          <p:nvPr>
            <p:ph idx="8" type="subTitle"/>
          </p:nvPr>
        </p:nvSpPr>
        <p:spPr>
          <a:xfrm>
            <a:off x="3902538" y="4145850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9" type="subTitle"/>
          </p:nvPr>
        </p:nvSpPr>
        <p:spPr>
          <a:xfrm>
            <a:off x="6795350" y="4145850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13" type="subTitle"/>
          </p:nvPr>
        </p:nvSpPr>
        <p:spPr>
          <a:xfrm>
            <a:off x="1009725" y="3028725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4" type="subTitle"/>
          </p:nvPr>
        </p:nvSpPr>
        <p:spPr>
          <a:xfrm>
            <a:off x="3902538" y="3028725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15" type="subTitle"/>
          </p:nvPr>
        </p:nvSpPr>
        <p:spPr>
          <a:xfrm>
            <a:off x="6795350" y="3028725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ards">
  <p:cSld name="CUSTOM_5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 txBox="1"/>
          <p:nvPr>
            <p:ph type="title"/>
          </p:nvPr>
        </p:nvSpPr>
        <p:spPr>
          <a:xfrm>
            <a:off x="284775" y="282900"/>
            <a:ext cx="85824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1802675" y="2040250"/>
            <a:ext cx="1468500" cy="33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68" name="Google Shape;68;p9"/>
          <p:cNvSpPr txBox="1"/>
          <p:nvPr>
            <p:ph idx="2" type="subTitle"/>
          </p:nvPr>
        </p:nvSpPr>
        <p:spPr>
          <a:xfrm>
            <a:off x="3610975" y="2040250"/>
            <a:ext cx="1468500" cy="33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69" name="Google Shape;69;p9"/>
          <p:cNvSpPr txBox="1"/>
          <p:nvPr>
            <p:ph idx="3" type="subTitle"/>
          </p:nvPr>
        </p:nvSpPr>
        <p:spPr>
          <a:xfrm>
            <a:off x="5419275" y="2040250"/>
            <a:ext cx="1468500" cy="33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70" name="Google Shape;70;p9"/>
          <p:cNvSpPr txBox="1"/>
          <p:nvPr>
            <p:ph idx="4" type="subTitle"/>
          </p:nvPr>
        </p:nvSpPr>
        <p:spPr>
          <a:xfrm>
            <a:off x="7227575" y="2040250"/>
            <a:ext cx="1468500" cy="33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71" name="Google Shape;71;p9"/>
          <p:cNvSpPr txBox="1"/>
          <p:nvPr>
            <p:ph idx="5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72" name="Google Shape;72;p9"/>
          <p:cNvSpPr txBox="1"/>
          <p:nvPr>
            <p:ph idx="6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2_1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/>
          <p:nvPr>
            <p:ph idx="2" type="pic"/>
          </p:nvPr>
        </p:nvSpPr>
        <p:spPr>
          <a:xfrm>
            <a:off x="2210800" y="1984500"/>
            <a:ext cx="1828800" cy="18288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10"/>
          <p:cNvSpPr txBox="1"/>
          <p:nvPr>
            <p:ph type="title"/>
          </p:nvPr>
        </p:nvSpPr>
        <p:spPr>
          <a:xfrm>
            <a:off x="1739950" y="282900"/>
            <a:ext cx="42342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6" name="Google Shape;76;p10"/>
          <p:cNvSpPr txBox="1"/>
          <p:nvPr>
            <p:ph idx="1" type="body"/>
          </p:nvPr>
        </p:nvSpPr>
        <p:spPr>
          <a:xfrm>
            <a:off x="4624900" y="3199050"/>
            <a:ext cx="2787600" cy="143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●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○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■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●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○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■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●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○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■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77" name="Google Shape;77;p10"/>
          <p:cNvSpPr txBox="1"/>
          <p:nvPr>
            <p:ph idx="3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78" name="Google Shape;78;p10"/>
          <p:cNvSpPr txBox="1"/>
          <p:nvPr>
            <p:ph idx="4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79" name="Google Shape;79;p10"/>
          <p:cNvSpPr txBox="1"/>
          <p:nvPr>
            <p:ph idx="5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80" name="Google Shape;80;p10"/>
          <p:cNvSpPr txBox="1"/>
          <p:nvPr>
            <p:ph idx="6" type="body"/>
          </p:nvPr>
        </p:nvSpPr>
        <p:spPr>
          <a:xfrm>
            <a:off x="5412150" y="1666450"/>
            <a:ext cx="3421500" cy="9696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indent="-3175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●"/>
              <a:defRPr sz="1400">
                <a:latin typeface="Outfit"/>
                <a:ea typeface="Outfit"/>
                <a:cs typeface="Outfit"/>
                <a:sym typeface="Outfit"/>
              </a:defRPr>
            </a:lvl1pPr>
            <a:lvl2pPr indent="-3175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○"/>
              <a:defRPr sz="1400">
                <a:latin typeface="Outfit"/>
                <a:ea typeface="Outfit"/>
                <a:cs typeface="Outfit"/>
                <a:sym typeface="Outfit"/>
              </a:defRPr>
            </a:lvl2pPr>
            <a:lvl3pPr indent="-3175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■"/>
              <a:defRPr sz="1400">
                <a:latin typeface="Outfit"/>
                <a:ea typeface="Outfit"/>
                <a:cs typeface="Outfit"/>
                <a:sym typeface="Outfit"/>
              </a:defRPr>
            </a:lvl3pPr>
            <a:lvl4pPr indent="-3175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●"/>
              <a:defRPr sz="1400">
                <a:latin typeface="Outfit"/>
                <a:ea typeface="Outfit"/>
                <a:cs typeface="Outfit"/>
                <a:sym typeface="Outfit"/>
              </a:defRPr>
            </a:lvl4pPr>
            <a:lvl5pPr indent="-3175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○"/>
              <a:defRPr sz="1400">
                <a:latin typeface="Outfit"/>
                <a:ea typeface="Outfit"/>
                <a:cs typeface="Outfit"/>
                <a:sym typeface="Outfit"/>
              </a:defRPr>
            </a:lvl5pPr>
            <a:lvl6pPr indent="-3175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■"/>
              <a:defRPr sz="1400">
                <a:latin typeface="Outfit"/>
                <a:ea typeface="Outfit"/>
                <a:cs typeface="Outfit"/>
                <a:sym typeface="Outfit"/>
              </a:defRPr>
            </a:lvl6pPr>
            <a:lvl7pPr indent="-3175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●"/>
              <a:defRPr sz="1400">
                <a:latin typeface="Outfit"/>
                <a:ea typeface="Outfit"/>
                <a:cs typeface="Outfit"/>
                <a:sym typeface="Outfit"/>
              </a:defRPr>
            </a:lvl7pPr>
            <a:lvl8pPr indent="-3175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○"/>
              <a:defRPr sz="1400">
                <a:latin typeface="Outfit"/>
                <a:ea typeface="Outfit"/>
                <a:cs typeface="Outfit"/>
                <a:sym typeface="Outfit"/>
              </a:defRPr>
            </a:lvl8pPr>
            <a:lvl9pPr indent="-3175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■"/>
              <a:defRPr sz="14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 - Alt 3">
  <p:cSld name="CUSTOM_10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 txBox="1"/>
          <p:nvPr>
            <p:ph idx="1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3" name="Google Shape;83;p11"/>
          <p:cNvSpPr txBox="1"/>
          <p:nvPr>
            <p:ph idx="2" type="body"/>
          </p:nvPr>
        </p:nvSpPr>
        <p:spPr>
          <a:xfrm>
            <a:off x="4223075" y="3141232"/>
            <a:ext cx="2787600" cy="1223700"/>
          </a:xfrm>
          <a:prstGeom prst="rect">
            <a:avLst/>
          </a:prstGeom>
        </p:spPr>
        <p:txBody>
          <a:bodyPr anchorCtr="0" anchor="t" bIns="182875" lIns="164575" spcFirstLastPara="1" rIns="1645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4" name="Google Shape;84;p11"/>
          <p:cNvSpPr txBox="1"/>
          <p:nvPr>
            <p:ph type="title"/>
          </p:nvPr>
        </p:nvSpPr>
        <p:spPr>
          <a:xfrm>
            <a:off x="4223075" y="2623350"/>
            <a:ext cx="2443500" cy="409500"/>
          </a:xfrm>
          <a:prstGeom prst="rect">
            <a:avLst/>
          </a:prstGeom>
        </p:spPr>
        <p:txBody>
          <a:bodyPr anchorCtr="0" anchor="t" bIns="0" lIns="164575" spcFirstLastPara="1" rIns="0" wrap="square" tIns="16457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5" name="Google Shape;85;p11"/>
          <p:cNvSpPr/>
          <p:nvPr>
            <p:ph idx="3" type="pic"/>
          </p:nvPr>
        </p:nvSpPr>
        <p:spPr>
          <a:xfrm>
            <a:off x="1901125" y="476725"/>
            <a:ext cx="383700" cy="39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86" name="Google Shape;86;p11"/>
          <p:cNvSpPr txBox="1"/>
          <p:nvPr>
            <p:ph idx="4" type="title"/>
          </p:nvPr>
        </p:nvSpPr>
        <p:spPr>
          <a:xfrm>
            <a:off x="3072075" y="282900"/>
            <a:ext cx="5787300" cy="21123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87" name="Google Shape;87;p11"/>
          <p:cNvSpPr txBox="1"/>
          <p:nvPr>
            <p:ph idx="5" type="title"/>
          </p:nvPr>
        </p:nvSpPr>
        <p:spPr>
          <a:xfrm>
            <a:off x="1731400" y="3108325"/>
            <a:ext cx="2337000" cy="152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88" name="Google Shape;88;p11"/>
          <p:cNvSpPr txBox="1"/>
          <p:nvPr>
            <p:ph idx="6" type="title"/>
          </p:nvPr>
        </p:nvSpPr>
        <p:spPr>
          <a:xfrm>
            <a:off x="7116525" y="2623350"/>
            <a:ext cx="1742400" cy="409500"/>
          </a:xfrm>
          <a:prstGeom prst="rect">
            <a:avLst/>
          </a:prstGeom>
        </p:spPr>
        <p:txBody>
          <a:bodyPr anchorCtr="0" anchor="t" bIns="0" lIns="164575" spcFirstLastPara="1" rIns="0" wrap="square" tIns="16457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9" name="Google Shape;89;p11"/>
          <p:cNvSpPr txBox="1"/>
          <p:nvPr>
            <p:ph idx="7" type="body"/>
          </p:nvPr>
        </p:nvSpPr>
        <p:spPr>
          <a:xfrm>
            <a:off x="7116525" y="3141225"/>
            <a:ext cx="1742400" cy="1223700"/>
          </a:xfrm>
          <a:prstGeom prst="rect">
            <a:avLst/>
          </a:prstGeom>
        </p:spPr>
        <p:txBody>
          <a:bodyPr anchorCtr="0" anchor="t" bIns="182875" lIns="164575" spcFirstLastPara="1" rIns="1645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90" name="Google Shape;90;p11"/>
          <p:cNvSpPr txBox="1"/>
          <p:nvPr>
            <p:ph idx="8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91" name="Google Shape;91;p11"/>
          <p:cNvSpPr txBox="1"/>
          <p:nvPr>
            <p:ph idx="9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3">
  <p:cSld name="BLANK_1_1_1_1_1_1_1_1_1_1_1_1_1_1_3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2"/>
          <p:cNvSpPr txBox="1"/>
          <p:nvPr>
            <p:ph type="title"/>
          </p:nvPr>
        </p:nvSpPr>
        <p:spPr>
          <a:xfrm>
            <a:off x="1731400" y="435300"/>
            <a:ext cx="35106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94" name="Google Shape;94;p12"/>
          <p:cNvSpPr txBox="1"/>
          <p:nvPr>
            <p:ph idx="1" type="body"/>
          </p:nvPr>
        </p:nvSpPr>
        <p:spPr>
          <a:xfrm>
            <a:off x="5348925" y="779548"/>
            <a:ext cx="3510600" cy="783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95" name="Google Shape;95;p12"/>
          <p:cNvSpPr txBox="1"/>
          <p:nvPr>
            <p:ph idx="2" type="title"/>
          </p:nvPr>
        </p:nvSpPr>
        <p:spPr>
          <a:xfrm>
            <a:off x="5348925" y="286031"/>
            <a:ext cx="3378900" cy="4308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96" name="Google Shape;96;p12"/>
          <p:cNvSpPr txBox="1"/>
          <p:nvPr>
            <p:ph idx="3" type="body"/>
          </p:nvPr>
        </p:nvSpPr>
        <p:spPr>
          <a:xfrm>
            <a:off x="5348925" y="2225851"/>
            <a:ext cx="3510600" cy="783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97" name="Google Shape;97;p12"/>
          <p:cNvSpPr txBox="1"/>
          <p:nvPr>
            <p:ph idx="4" type="title"/>
          </p:nvPr>
        </p:nvSpPr>
        <p:spPr>
          <a:xfrm>
            <a:off x="5348925" y="1767224"/>
            <a:ext cx="3378900" cy="3957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98" name="Google Shape;98;p12"/>
          <p:cNvSpPr txBox="1"/>
          <p:nvPr>
            <p:ph idx="5" type="body"/>
          </p:nvPr>
        </p:nvSpPr>
        <p:spPr>
          <a:xfrm>
            <a:off x="5348925" y="3672155"/>
            <a:ext cx="3510600" cy="783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9" name="Google Shape;99;p12"/>
          <p:cNvSpPr txBox="1"/>
          <p:nvPr>
            <p:ph idx="6" type="title"/>
          </p:nvPr>
        </p:nvSpPr>
        <p:spPr>
          <a:xfrm>
            <a:off x="5348925" y="3251722"/>
            <a:ext cx="33789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100" name="Google Shape;100;p12"/>
          <p:cNvSpPr txBox="1"/>
          <p:nvPr>
            <p:ph idx="7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1" name="Google Shape;101;p12"/>
          <p:cNvSpPr txBox="1"/>
          <p:nvPr>
            <p:ph idx="8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02" name="Google Shape;102;p12"/>
          <p:cNvSpPr txBox="1"/>
          <p:nvPr>
            <p:ph idx="9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4">
  <p:cSld name="BLANK_1_1_1_1_1_1_1_1_1_1_1_1_1_1_4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3"/>
          <p:cNvSpPr txBox="1"/>
          <p:nvPr>
            <p:ph idx="1" type="body"/>
          </p:nvPr>
        </p:nvSpPr>
        <p:spPr>
          <a:xfrm>
            <a:off x="6554750" y="2509703"/>
            <a:ext cx="2304900" cy="2125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05" name="Google Shape;105;p13"/>
          <p:cNvSpPr txBox="1"/>
          <p:nvPr>
            <p:ph idx="2" type="body"/>
          </p:nvPr>
        </p:nvSpPr>
        <p:spPr>
          <a:xfrm>
            <a:off x="1731400" y="2509703"/>
            <a:ext cx="2304900" cy="2125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06" name="Google Shape;106;p13"/>
          <p:cNvSpPr txBox="1"/>
          <p:nvPr>
            <p:ph idx="3" type="body"/>
          </p:nvPr>
        </p:nvSpPr>
        <p:spPr>
          <a:xfrm>
            <a:off x="4143075" y="2509703"/>
            <a:ext cx="2304900" cy="2125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07" name="Google Shape;107;p13"/>
          <p:cNvSpPr txBox="1"/>
          <p:nvPr>
            <p:ph type="title"/>
          </p:nvPr>
        </p:nvSpPr>
        <p:spPr>
          <a:xfrm>
            <a:off x="1731400" y="806900"/>
            <a:ext cx="20640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08" name="Google Shape;108;p13"/>
          <p:cNvSpPr txBox="1"/>
          <p:nvPr>
            <p:ph idx="4" type="subTitle"/>
          </p:nvPr>
        </p:nvSpPr>
        <p:spPr>
          <a:xfrm>
            <a:off x="1731400" y="400075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09" name="Google Shape;109;p13"/>
          <p:cNvSpPr txBox="1"/>
          <p:nvPr>
            <p:ph idx="5" type="title"/>
          </p:nvPr>
        </p:nvSpPr>
        <p:spPr>
          <a:xfrm>
            <a:off x="4143075" y="806900"/>
            <a:ext cx="20640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10" name="Google Shape;110;p13"/>
          <p:cNvSpPr txBox="1"/>
          <p:nvPr>
            <p:ph idx="6" type="subTitle"/>
          </p:nvPr>
        </p:nvSpPr>
        <p:spPr>
          <a:xfrm>
            <a:off x="4143075" y="400075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1" name="Google Shape;111;p13"/>
          <p:cNvSpPr txBox="1"/>
          <p:nvPr>
            <p:ph idx="7" type="title"/>
          </p:nvPr>
        </p:nvSpPr>
        <p:spPr>
          <a:xfrm>
            <a:off x="6554750" y="806900"/>
            <a:ext cx="20640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12" name="Google Shape;112;p13"/>
          <p:cNvSpPr txBox="1"/>
          <p:nvPr>
            <p:ph idx="8" type="subTitle"/>
          </p:nvPr>
        </p:nvSpPr>
        <p:spPr>
          <a:xfrm>
            <a:off x="6554750" y="400075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9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4" name="Google Shape;114;p13"/>
          <p:cNvSpPr txBox="1"/>
          <p:nvPr>
            <p:ph idx="13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15" name="Google Shape;115;p13"/>
          <p:cNvSpPr txBox="1"/>
          <p:nvPr>
            <p:ph idx="14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1_4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"/>
          <p:cNvSpPr txBox="1"/>
          <p:nvPr>
            <p:ph idx="1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8" name="Google Shape;118;p14"/>
          <p:cNvSpPr txBox="1"/>
          <p:nvPr>
            <p:ph idx="2" type="body"/>
          </p:nvPr>
        </p:nvSpPr>
        <p:spPr>
          <a:xfrm>
            <a:off x="1731400" y="3634076"/>
            <a:ext cx="2304900" cy="10008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19" name="Google Shape;119;p14"/>
          <p:cNvSpPr txBox="1"/>
          <p:nvPr>
            <p:ph idx="3" type="body"/>
          </p:nvPr>
        </p:nvSpPr>
        <p:spPr>
          <a:xfrm>
            <a:off x="4143963" y="3634076"/>
            <a:ext cx="2304900" cy="10008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0" name="Google Shape;120;p14"/>
          <p:cNvSpPr txBox="1"/>
          <p:nvPr>
            <p:ph idx="4" type="body"/>
          </p:nvPr>
        </p:nvSpPr>
        <p:spPr>
          <a:xfrm>
            <a:off x="6556525" y="3634076"/>
            <a:ext cx="2304900" cy="10008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1" name="Google Shape;121;p14"/>
          <p:cNvSpPr/>
          <p:nvPr>
            <p:ph idx="5" type="pic"/>
          </p:nvPr>
        </p:nvSpPr>
        <p:spPr>
          <a:xfrm>
            <a:off x="1733625" y="1872750"/>
            <a:ext cx="2304000" cy="748500"/>
          </a:xfrm>
          <a:prstGeom prst="roundRect">
            <a:avLst>
              <a:gd fmla="val 15661" name="adj"/>
            </a:avLst>
          </a:prstGeom>
          <a:noFill/>
          <a:ln>
            <a:noFill/>
          </a:ln>
        </p:spPr>
      </p:sp>
      <p:sp>
        <p:nvSpPr>
          <p:cNvPr id="122" name="Google Shape;122;p14"/>
          <p:cNvSpPr/>
          <p:nvPr>
            <p:ph idx="6" type="pic"/>
          </p:nvPr>
        </p:nvSpPr>
        <p:spPr>
          <a:xfrm>
            <a:off x="4144025" y="1872750"/>
            <a:ext cx="2304000" cy="1075500"/>
          </a:xfrm>
          <a:prstGeom prst="roundRect">
            <a:avLst>
              <a:gd fmla="val 13968" name="adj"/>
            </a:avLst>
          </a:prstGeom>
          <a:noFill/>
          <a:ln>
            <a:noFill/>
          </a:ln>
        </p:spPr>
      </p:sp>
      <p:sp>
        <p:nvSpPr>
          <p:cNvPr id="123" name="Google Shape;123;p14"/>
          <p:cNvSpPr/>
          <p:nvPr>
            <p:ph idx="7" type="pic"/>
          </p:nvPr>
        </p:nvSpPr>
        <p:spPr>
          <a:xfrm>
            <a:off x="6556525" y="1872750"/>
            <a:ext cx="2304000" cy="1286700"/>
          </a:xfrm>
          <a:prstGeom prst="roundRect">
            <a:avLst>
              <a:gd fmla="val 12543" name="adj"/>
            </a:avLst>
          </a:prstGeom>
          <a:noFill/>
          <a:ln>
            <a:noFill/>
          </a:ln>
        </p:spPr>
      </p:sp>
      <p:sp>
        <p:nvSpPr>
          <p:cNvPr id="124" name="Google Shape;124;p14"/>
          <p:cNvSpPr txBox="1"/>
          <p:nvPr>
            <p:ph type="title"/>
          </p:nvPr>
        </p:nvSpPr>
        <p:spPr>
          <a:xfrm>
            <a:off x="1731400" y="282900"/>
            <a:ext cx="71280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25" name="Google Shape;125;p14"/>
          <p:cNvSpPr txBox="1"/>
          <p:nvPr>
            <p:ph idx="8" type="title"/>
          </p:nvPr>
        </p:nvSpPr>
        <p:spPr>
          <a:xfrm>
            <a:off x="1731400" y="2623350"/>
            <a:ext cx="1873200" cy="5274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6" name="Google Shape;126;p14"/>
          <p:cNvSpPr txBox="1"/>
          <p:nvPr>
            <p:ph idx="9" type="title"/>
          </p:nvPr>
        </p:nvSpPr>
        <p:spPr>
          <a:xfrm>
            <a:off x="4143963" y="2984550"/>
            <a:ext cx="1873200" cy="5274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7" name="Google Shape;127;p14"/>
          <p:cNvSpPr txBox="1"/>
          <p:nvPr>
            <p:ph idx="13" type="title"/>
          </p:nvPr>
        </p:nvSpPr>
        <p:spPr>
          <a:xfrm>
            <a:off x="6556525" y="3219175"/>
            <a:ext cx="1873200" cy="5274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8" name="Google Shape;128;p14"/>
          <p:cNvSpPr txBox="1"/>
          <p:nvPr>
            <p:ph idx="14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29" name="Google Shape;129;p14"/>
          <p:cNvSpPr txBox="1"/>
          <p:nvPr>
            <p:ph idx="15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CUSTOM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 txBox="1"/>
          <p:nvPr>
            <p:ph idx="1" type="body"/>
          </p:nvPr>
        </p:nvSpPr>
        <p:spPr>
          <a:xfrm>
            <a:off x="1733138" y="3655570"/>
            <a:ext cx="2304900" cy="9795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32" name="Google Shape;132;p15"/>
          <p:cNvSpPr txBox="1"/>
          <p:nvPr>
            <p:ph idx="2" type="body"/>
          </p:nvPr>
        </p:nvSpPr>
        <p:spPr>
          <a:xfrm>
            <a:off x="4143088" y="3655570"/>
            <a:ext cx="2304900" cy="9795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33" name="Google Shape;133;p15"/>
          <p:cNvSpPr txBox="1"/>
          <p:nvPr>
            <p:ph idx="3" type="body"/>
          </p:nvPr>
        </p:nvSpPr>
        <p:spPr>
          <a:xfrm>
            <a:off x="6553038" y="3655570"/>
            <a:ext cx="2304900" cy="9795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34" name="Google Shape;134;p15"/>
          <p:cNvSpPr txBox="1"/>
          <p:nvPr>
            <p:ph type="title"/>
          </p:nvPr>
        </p:nvSpPr>
        <p:spPr>
          <a:xfrm>
            <a:off x="284775" y="282900"/>
            <a:ext cx="71280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35" name="Google Shape;135;p15"/>
          <p:cNvSpPr/>
          <p:nvPr>
            <p:ph idx="4" type="pic"/>
          </p:nvPr>
        </p:nvSpPr>
        <p:spPr>
          <a:xfrm>
            <a:off x="4144025" y="1872750"/>
            <a:ext cx="2304000" cy="1111800"/>
          </a:xfrm>
          <a:prstGeom prst="roundRect">
            <a:avLst>
              <a:gd fmla="val 13968" name="adj"/>
            </a:avLst>
          </a:prstGeom>
          <a:noFill/>
          <a:ln>
            <a:noFill/>
          </a:ln>
        </p:spPr>
      </p:sp>
      <p:sp>
        <p:nvSpPr>
          <p:cNvPr id="136" name="Google Shape;136;p15"/>
          <p:cNvSpPr/>
          <p:nvPr>
            <p:ph idx="5" type="pic"/>
          </p:nvPr>
        </p:nvSpPr>
        <p:spPr>
          <a:xfrm>
            <a:off x="1733200" y="1872750"/>
            <a:ext cx="2304000" cy="1111800"/>
          </a:xfrm>
          <a:prstGeom prst="roundRect">
            <a:avLst>
              <a:gd fmla="val 13968" name="adj"/>
            </a:avLst>
          </a:prstGeom>
          <a:noFill/>
          <a:ln>
            <a:noFill/>
          </a:ln>
        </p:spPr>
      </p:sp>
      <p:sp>
        <p:nvSpPr>
          <p:cNvPr id="137" name="Google Shape;137;p15"/>
          <p:cNvSpPr txBox="1"/>
          <p:nvPr>
            <p:ph idx="6" type="title"/>
          </p:nvPr>
        </p:nvSpPr>
        <p:spPr>
          <a:xfrm>
            <a:off x="1733150" y="2984550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38" name="Google Shape;138;p15"/>
          <p:cNvSpPr/>
          <p:nvPr>
            <p:ph idx="7" type="pic"/>
          </p:nvPr>
        </p:nvSpPr>
        <p:spPr>
          <a:xfrm>
            <a:off x="6556600" y="1872750"/>
            <a:ext cx="2304000" cy="1111800"/>
          </a:xfrm>
          <a:prstGeom prst="roundRect">
            <a:avLst>
              <a:gd fmla="val 13968" name="adj"/>
            </a:avLst>
          </a:prstGeom>
          <a:noFill/>
          <a:ln>
            <a:noFill/>
          </a:ln>
        </p:spPr>
      </p:sp>
      <p:sp>
        <p:nvSpPr>
          <p:cNvPr id="139" name="Google Shape;139;p15"/>
          <p:cNvSpPr txBox="1"/>
          <p:nvPr>
            <p:ph idx="8" type="title"/>
          </p:nvPr>
        </p:nvSpPr>
        <p:spPr>
          <a:xfrm>
            <a:off x="1733150" y="3312769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40" name="Google Shape;140;p15"/>
          <p:cNvSpPr txBox="1"/>
          <p:nvPr>
            <p:ph idx="9" type="title"/>
          </p:nvPr>
        </p:nvSpPr>
        <p:spPr>
          <a:xfrm>
            <a:off x="4143100" y="2984550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41" name="Google Shape;141;p15"/>
          <p:cNvSpPr txBox="1"/>
          <p:nvPr>
            <p:ph idx="13" type="title"/>
          </p:nvPr>
        </p:nvSpPr>
        <p:spPr>
          <a:xfrm>
            <a:off x="4143100" y="3312769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42" name="Google Shape;142;p15"/>
          <p:cNvSpPr txBox="1"/>
          <p:nvPr>
            <p:ph idx="14" type="title"/>
          </p:nvPr>
        </p:nvSpPr>
        <p:spPr>
          <a:xfrm>
            <a:off x="6553050" y="2984550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43" name="Google Shape;143;p15"/>
          <p:cNvSpPr txBox="1"/>
          <p:nvPr>
            <p:ph idx="15" type="title"/>
          </p:nvPr>
        </p:nvSpPr>
        <p:spPr>
          <a:xfrm>
            <a:off x="6553050" y="3312769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44" name="Google Shape;144;p15"/>
          <p:cNvSpPr txBox="1"/>
          <p:nvPr>
            <p:ph idx="16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45" name="Google Shape;145;p15"/>
          <p:cNvSpPr txBox="1"/>
          <p:nvPr>
            <p:ph idx="17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1_4_3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 txBox="1"/>
          <p:nvPr>
            <p:ph idx="1" type="body"/>
          </p:nvPr>
        </p:nvSpPr>
        <p:spPr>
          <a:xfrm>
            <a:off x="1731400" y="2542773"/>
            <a:ext cx="2304900" cy="2092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48" name="Google Shape;148;p16"/>
          <p:cNvSpPr txBox="1"/>
          <p:nvPr>
            <p:ph idx="2" type="body"/>
          </p:nvPr>
        </p:nvSpPr>
        <p:spPr>
          <a:xfrm>
            <a:off x="4143075" y="2542773"/>
            <a:ext cx="2304900" cy="2092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49" name="Google Shape;149;p16"/>
          <p:cNvSpPr txBox="1"/>
          <p:nvPr>
            <p:ph idx="3" type="body"/>
          </p:nvPr>
        </p:nvSpPr>
        <p:spPr>
          <a:xfrm>
            <a:off x="6554750" y="2542773"/>
            <a:ext cx="2304900" cy="2092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50" name="Google Shape;150;p16"/>
          <p:cNvSpPr txBox="1"/>
          <p:nvPr>
            <p:ph idx="4" type="subTitle"/>
          </p:nvPr>
        </p:nvSpPr>
        <p:spPr>
          <a:xfrm>
            <a:off x="1731400" y="1463500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5" type="subTitle"/>
          </p:nvPr>
        </p:nvSpPr>
        <p:spPr>
          <a:xfrm>
            <a:off x="4143075" y="1463500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52" name="Google Shape;152;p16"/>
          <p:cNvSpPr txBox="1"/>
          <p:nvPr>
            <p:ph idx="6" type="subTitle"/>
          </p:nvPr>
        </p:nvSpPr>
        <p:spPr>
          <a:xfrm>
            <a:off x="6554750" y="1463500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53" name="Google Shape;153;p16"/>
          <p:cNvSpPr txBox="1"/>
          <p:nvPr>
            <p:ph type="title"/>
          </p:nvPr>
        </p:nvSpPr>
        <p:spPr>
          <a:xfrm>
            <a:off x="1731400" y="1881175"/>
            <a:ext cx="23049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4" name="Google Shape;154;p16"/>
          <p:cNvSpPr txBox="1"/>
          <p:nvPr>
            <p:ph idx="7" type="title"/>
          </p:nvPr>
        </p:nvSpPr>
        <p:spPr>
          <a:xfrm>
            <a:off x="4143075" y="1881175"/>
            <a:ext cx="23049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5" name="Google Shape;155;p16"/>
          <p:cNvSpPr txBox="1"/>
          <p:nvPr>
            <p:ph idx="8" type="title"/>
          </p:nvPr>
        </p:nvSpPr>
        <p:spPr>
          <a:xfrm>
            <a:off x="6554750" y="1881175"/>
            <a:ext cx="23049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6" name="Google Shape;156;p16"/>
          <p:cNvSpPr txBox="1"/>
          <p:nvPr>
            <p:ph idx="9" type="title"/>
          </p:nvPr>
        </p:nvSpPr>
        <p:spPr>
          <a:xfrm>
            <a:off x="284775" y="282900"/>
            <a:ext cx="8574900" cy="1070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157" name="Google Shape;157;p16"/>
          <p:cNvSpPr txBox="1"/>
          <p:nvPr>
            <p:ph idx="13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58" name="Google Shape;158;p16"/>
          <p:cNvSpPr txBox="1"/>
          <p:nvPr>
            <p:ph idx="14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/>
          <p:nvPr>
            <p:ph type="title"/>
          </p:nvPr>
        </p:nvSpPr>
        <p:spPr>
          <a:xfrm>
            <a:off x="284775" y="282900"/>
            <a:ext cx="35121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1" name="Google Shape;161;p17"/>
          <p:cNvSpPr txBox="1"/>
          <p:nvPr>
            <p:ph idx="1" type="body"/>
          </p:nvPr>
        </p:nvSpPr>
        <p:spPr>
          <a:xfrm>
            <a:off x="6795150" y="509451"/>
            <a:ext cx="1944300" cy="83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2" name="Google Shape;162;p17"/>
          <p:cNvSpPr txBox="1"/>
          <p:nvPr>
            <p:ph idx="2" type="title"/>
          </p:nvPr>
        </p:nvSpPr>
        <p:spPr>
          <a:xfrm>
            <a:off x="5494245" y="509451"/>
            <a:ext cx="1149900" cy="7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63" name="Google Shape;163;p17"/>
          <p:cNvSpPr txBox="1"/>
          <p:nvPr>
            <p:ph idx="3" type="body"/>
          </p:nvPr>
        </p:nvSpPr>
        <p:spPr>
          <a:xfrm>
            <a:off x="6795150" y="1596758"/>
            <a:ext cx="1944300" cy="83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4" name="Google Shape;164;p17"/>
          <p:cNvSpPr txBox="1"/>
          <p:nvPr>
            <p:ph idx="4" type="title"/>
          </p:nvPr>
        </p:nvSpPr>
        <p:spPr>
          <a:xfrm>
            <a:off x="5494245" y="1596758"/>
            <a:ext cx="1149900" cy="7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65" name="Google Shape;165;p17"/>
          <p:cNvSpPr txBox="1"/>
          <p:nvPr>
            <p:ph idx="5" type="body"/>
          </p:nvPr>
        </p:nvSpPr>
        <p:spPr>
          <a:xfrm>
            <a:off x="6795150" y="2684065"/>
            <a:ext cx="1944300" cy="83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6" name="Google Shape;166;p17"/>
          <p:cNvSpPr txBox="1"/>
          <p:nvPr>
            <p:ph idx="6" type="title"/>
          </p:nvPr>
        </p:nvSpPr>
        <p:spPr>
          <a:xfrm>
            <a:off x="5494245" y="2684065"/>
            <a:ext cx="1149900" cy="7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67" name="Google Shape;167;p17"/>
          <p:cNvSpPr txBox="1"/>
          <p:nvPr>
            <p:ph idx="7" type="body"/>
          </p:nvPr>
        </p:nvSpPr>
        <p:spPr>
          <a:xfrm>
            <a:off x="6795150" y="3771372"/>
            <a:ext cx="1944300" cy="83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8" name="Google Shape;168;p17"/>
          <p:cNvSpPr txBox="1"/>
          <p:nvPr>
            <p:ph idx="8" type="title"/>
          </p:nvPr>
        </p:nvSpPr>
        <p:spPr>
          <a:xfrm>
            <a:off x="5494245" y="3771372"/>
            <a:ext cx="1149900" cy="7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69" name="Google Shape;169;p17"/>
          <p:cNvSpPr txBox="1"/>
          <p:nvPr>
            <p:ph idx="9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70" name="Google Shape;170;p17"/>
          <p:cNvSpPr txBox="1"/>
          <p:nvPr>
            <p:ph idx="13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71" name="Google Shape;171;p17"/>
          <p:cNvSpPr txBox="1"/>
          <p:nvPr>
            <p:ph idx="14" type="title"/>
          </p:nvPr>
        </p:nvSpPr>
        <p:spPr>
          <a:xfrm>
            <a:off x="4731400" y="509451"/>
            <a:ext cx="4815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72" name="Google Shape;172;p17"/>
          <p:cNvSpPr txBox="1"/>
          <p:nvPr>
            <p:ph idx="15" type="title"/>
          </p:nvPr>
        </p:nvSpPr>
        <p:spPr>
          <a:xfrm>
            <a:off x="4731400" y="1596758"/>
            <a:ext cx="4815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73" name="Google Shape;173;p17"/>
          <p:cNvSpPr txBox="1"/>
          <p:nvPr>
            <p:ph idx="16" type="title"/>
          </p:nvPr>
        </p:nvSpPr>
        <p:spPr>
          <a:xfrm>
            <a:off x="4731400" y="2684065"/>
            <a:ext cx="4815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74" name="Google Shape;174;p17"/>
          <p:cNvSpPr txBox="1"/>
          <p:nvPr>
            <p:ph idx="17" type="title"/>
          </p:nvPr>
        </p:nvSpPr>
        <p:spPr>
          <a:xfrm>
            <a:off x="4731400" y="3771372"/>
            <a:ext cx="4815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4">
  <p:cSld name="CUSTOM_2_1_1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"/>
          <p:cNvSpPr txBox="1"/>
          <p:nvPr>
            <p:ph idx="1" type="body"/>
          </p:nvPr>
        </p:nvSpPr>
        <p:spPr>
          <a:xfrm>
            <a:off x="6071873" y="767058"/>
            <a:ext cx="2787300" cy="16083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77" name="Google Shape;177;p18"/>
          <p:cNvSpPr txBox="1"/>
          <p:nvPr>
            <p:ph idx="2" type="body"/>
          </p:nvPr>
        </p:nvSpPr>
        <p:spPr>
          <a:xfrm>
            <a:off x="3178225" y="767058"/>
            <a:ext cx="2787300" cy="16083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8" name="Google Shape;178;p18"/>
          <p:cNvSpPr txBox="1"/>
          <p:nvPr>
            <p:ph idx="3" type="body"/>
          </p:nvPr>
        </p:nvSpPr>
        <p:spPr>
          <a:xfrm>
            <a:off x="6071873" y="2993932"/>
            <a:ext cx="2787300" cy="16083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79" name="Google Shape;179;p18"/>
          <p:cNvSpPr txBox="1"/>
          <p:nvPr>
            <p:ph idx="4" type="body"/>
          </p:nvPr>
        </p:nvSpPr>
        <p:spPr>
          <a:xfrm>
            <a:off x="3178225" y="2993932"/>
            <a:ext cx="2787300" cy="16083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80" name="Google Shape;180;p18"/>
          <p:cNvSpPr txBox="1"/>
          <p:nvPr>
            <p:ph type="title"/>
          </p:nvPr>
        </p:nvSpPr>
        <p:spPr>
          <a:xfrm>
            <a:off x="3178383" y="282825"/>
            <a:ext cx="1553400" cy="4758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1" name="Google Shape;181;p18"/>
          <p:cNvSpPr txBox="1"/>
          <p:nvPr>
            <p:ph idx="5" type="title"/>
          </p:nvPr>
        </p:nvSpPr>
        <p:spPr>
          <a:xfrm>
            <a:off x="6072048" y="282825"/>
            <a:ext cx="1553400" cy="4758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82" name="Google Shape;182;p18"/>
          <p:cNvSpPr txBox="1"/>
          <p:nvPr>
            <p:ph idx="6" type="title"/>
          </p:nvPr>
        </p:nvSpPr>
        <p:spPr>
          <a:xfrm>
            <a:off x="3178383" y="2509698"/>
            <a:ext cx="1553400" cy="4758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83" name="Google Shape;183;p18"/>
          <p:cNvSpPr txBox="1"/>
          <p:nvPr>
            <p:ph idx="7" type="title"/>
          </p:nvPr>
        </p:nvSpPr>
        <p:spPr>
          <a:xfrm>
            <a:off x="6072048" y="2509698"/>
            <a:ext cx="1553400" cy="4758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84" name="Google Shape;184;p18"/>
          <p:cNvSpPr txBox="1"/>
          <p:nvPr>
            <p:ph idx="8" type="title"/>
          </p:nvPr>
        </p:nvSpPr>
        <p:spPr>
          <a:xfrm>
            <a:off x="284775" y="282900"/>
            <a:ext cx="27876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85" name="Google Shape;185;p18"/>
          <p:cNvSpPr txBox="1"/>
          <p:nvPr>
            <p:ph idx="9" type="body"/>
          </p:nvPr>
        </p:nvSpPr>
        <p:spPr>
          <a:xfrm>
            <a:off x="284775" y="3598975"/>
            <a:ext cx="2064000" cy="1036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186" name="Google Shape;186;p18"/>
          <p:cNvSpPr txBox="1"/>
          <p:nvPr>
            <p:ph idx="13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87" name="Google Shape;187;p18"/>
          <p:cNvSpPr txBox="1"/>
          <p:nvPr>
            <p:ph idx="14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5">
  <p:cSld name="CUSTOM_6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9"/>
          <p:cNvSpPr txBox="1"/>
          <p:nvPr>
            <p:ph type="title"/>
          </p:nvPr>
        </p:nvSpPr>
        <p:spPr>
          <a:xfrm>
            <a:off x="7054825" y="1868626"/>
            <a:ext cx="1808700" cy="3378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90" name="Google Shape;190;p19"/>
          <p:cNvSpPr txBox="1"/>
          <p:nvPr>
            <p:ph idx="2" type="title"/>
          </p:nvPr>
        </p:nvSpPr>
        <p:spPr>
          <a:xfrm>
            <a:off x="5249650" y="1868626"/>
            <a:ext cx="1808700" cy="3378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91" name="Google Shape;191;p19"/>
          <p:cNvSpPr txBox="1"/>
          <p:nvPr>
            <p:ph idx="3" type="title"/>
          </p:nvPr>
        </p:nvSpPr>
        <p:spPr>
          <a:xfrm>
            <a:off x="3444475" y="1868626"/>
            <a:ext cx="1808700" cy="3378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92" name="Google Shape;192;p19"/>
          <p:cNvSpPr txBox="1"/>
          <p:nvPr>
            <p:ph idx="4" type="title"/>
          </p:nvPr>
        </p:nvSpPr>
        <p:spPr>
          <a:xfrm>
            <a:off x="1624900" y="1868626"/>
            <a:ext cx="1808700" cy="3378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93" name="Google Shape;193;p19"/>
          <p:cNvSpPr txBox="1"/>
          <p:nvPr>
            <p:ph idx="1" type="body"/>
          </p:nvPr>
        </p:nvSpPr>
        <p:spPr>
          <a:xfrm>
            <a:off x="5249650" y="2206475"/>
            <a:ext cx="1808700" cy="2428500"/>
          </a:xfrm>
          <a:prstGeom prst="rect">
            <a:avLst/>
          </a:prstGeom>
        </p:spPr>
        <p:txBody>
          <a:bodyPr anchorCtr="0" anchor="t" bIns="91425" lIns="155425" spcFirstLastPara="1" rIns="137150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94" name="Google Shape;194;p19"/>
          <p:cNvSpPr txBox="1"/>
          <p:nvPr>
            <p:ph idx="5" type="body"/>
          </p:nvPr>
        </p:nvSpPr>
        <p:spPr>
          <a:xfrm>
            <a:off x="3444475" y="2206475"/>
            <a:ext cx="1808700" cy="2428500"/>
          </a:xfrm>
          <a:prstGeom prst="rect">
            <a:avLst/>
          </a:prstGeom>
        </p:spPr>
        <p:txBody>
          <a:bodyPr anchorCtr="0" anchor="t" bIns="91425" lIns="155425" spcFirstLastPara="1" rIns="137150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95" name="Google Shape;195;p19"/>
          <p:cNvSpPr txBox="1"/>
          <p:nvPr>
            <p:ph idx="6" type="title"/>
          </p:nvPr>
        </p:nvSpPr>
        <p:spPr>
          <a:xfrm>
            <a:off x="1731400" y="282900"/>
            <a:ext cx="71280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96" name="Google Shape;196;p19"/>
          <p:cNvSpPr txBox="1"/>
          <p:nvPr>
            <p:ph idx="7" type="title"/>
          </p:nvPr>
        </p:nvSpPr>
        <p:spPr>
          <a:xfrm>
            <a:off x="284800" y="2206500"/>
            <a:ext cx="1340100" cy="4095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97" name="Google Shape;197;p19"/>
          <p:cNvSpPr txBox="1"/>
          <p:nvPr>
            <p:ph idx="8" type="title"/>
          </p:nvPr>
        </p:nvSpPr>
        <p:spPr>
          <a:xfrm>
            <a:off x="284800" y="2939825"/>
            <a:ext cx="1340100" cy="4095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98" name="Google Shape;198;p19"/>
          <p:cNvSpPr txBox="1"/>
          <p:nvPr>
            <p:ph idx="9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9" name="Google Shape;199;p19"/>
          <p:cNvSpPr txBox="1"/>
          <p:nvPr>
            <p:ph idx="13" type="title"/>
          </p:nvPr>
        </p:nvSpPr>
        <p:spPr>
          <a:xfrm>
            <a:off x="284800" y="3825550"/>
            <a:ext cx="1340100" cy="4095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00" name="Google Shape;200;p19"/>
          <p:cNvSpPr txBox="1"/>
          <p:nvPr>
            <p:ph idx="14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01" name="Google Shape;201;p19"/>
          <p:cNvSpPr txBox="1"/>
          <p:nvPr>
            <p:ph idx="15" type="body"/>
          </p:nvPr>
        </p:nvSpPr>
        <p:spPr>
          <a:xfrm>
            <a:off x="1624900" y="2206475"/>
            <a:ext cx="1808700" cy="2428500"/>
          </a:xfrm>
          <a:prstGeom prst="rect">
            <a:avLst/>
          </a:prstGeom>
        </p:spPr>
        <p:txBody>
          <a:bodyPr anchorCtr="0" anchor="t" bIns="91425" lIns="155425" spcFirstLastPara="1" rIns="137150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2" name="Google Shape;202;p19"/>
          <p:cNvSpPr txBox="1"/>
          <p:nvPr>
            <p:ph idx="16" type="body"/>
          </p:nvPr>
        </p:nvSpPr>
        <p:spPr>
          <a:xfrm>
            <a:off x="7054825" y="2206475"/>
            <a:ext cx="1808700" cy="2428500"/>
          </a:xfrm>
          <a:prstGeom prst="rect">
            <a:avLst/>
          </a:prstGeom>
        </p:spPr>
        <p:txBody>
          <a:bodyPr anchorCtr="0" anchor="t" bIns="91425" lIns="155425" spcFirstLastPara="1" rIns="137150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03" name="Google Shape;203;p19"/>
          <p:cNvSpPr txBox="1"/>
          <p:nvPr>
            <p:ph idx="17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6">
  <p:cSld name="CUSTOM_9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 txBox="1"/>
          <p:nvPr>
            <p:ph idx="1" type="body"/>
          </p:nvPr>
        </p:nvSpPr>
        <p:spPr>
          <a:xfrm>
            <a:off x="6795150" y="3532980"/>
            <a:ext cx="2064000" cy="1101900"/>
          </a:xfrm>
          <a:prstGeom prst="rect">
            <a:avLst/>
          </a:prstGeom>
        </p:spPr>
        <p:txBody>
          <a:bodyPr anchorCtr="0" anchor="b" bIns="182875" lIns="182875" spcFirstLastPara="1" rIns="18287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6" name="Google Shape;206;p20"/>
          <p:cNvSpPr txBox="1"/>
          <p:nvPr>
            <p:ph type="title"/>
          </p:nvPr>
        </p:nvSpPr>
        <p:spPr>
          <a:xfrm>
            <a:off x="6795150" y="2623350"/>
            <a:ext cx="2064000" cy="4647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7" name="Google Shape;207;p20"/>
          <p:cNvSpPr txBox="1"/>
          <p:nvPr>
            <p:ph idx="2" type="body"/>
          </p:nvPr>
        </p:nvSpPr>
        <p:spPr>
          <a:xfrm>
            <a:off x="3901625" y="3532980"/>
            <a:ext cx="2064000" cy="1101900"/>
          </a:xfrm>
          <a:prstGeom prst="rect">
            <a:avLst/>
          </a:prstGeom>
        </p:spPr>
        <p:txBody>
          <a:bodyPr anchorCtr="0" anchor="b" bIns="182875" lIns="182875" spcFirstLastPara="1" rIns="18287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08" name="Google Shape;208;p20"/>
          <p:cNvSpPr txBox="1"/>
          <p:nvPr>
            <p:ph idx="3" type="body"/>
          </p:nvPr>
        </p:nvSpPr>
        <p:spPr>
          <a:xfrm>
            <a:off x="1731400" y="3532980"/>
            <a:ext cx="2064000" cy="1101900"/>
          </a:xfrm>
          <a:prstGeom prst="rect">
            <a:avLst/>
          </a:prstGeom>
        </p:spPr>
        <p:txBody>
          <a:bodyPr anchorCtr="0" anchor="b" bIns="182875" lIns="182875" spcFirstLastPara="1" rIns="18287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09" name="Google Shape;209;p20"/>
          <p:cNvSpPr txBox="1"/>
          <p:nvPr>
            <p:ph idx="4" type="title"/>
          </p:nvPr>
        </p:nvSpPr>
        <p:spPr>
          <a:xfrm>
            <a:off x="3901625" y="2623350"/>
            <a:ext cx="2064000" cy="4647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9pPr>
          </a:lstStyle>
          <a:p/>
        </p:txBody>
      </p:sp>
      <p:sp>
        <p:nvSpPr>
          <p:cNvPr id="210" name="Google Shape;210;p20"/>
          <p:cNvSpPr txBox="1"/>
          <p:nvPr>
            <p:ph idx="5" type="title"/>
          </p:nvPr>
        </p:nvSpPr>
        <p:spPr>
          <a:xfrm>
            <a:off x="1731400" y="2623350"/>
            <a:ext cx="2064000" cy="4647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9pPr>
          </a:lstStyle>
          <a:p/>
        </p:txBody>
      </p:sp>
      <p:sp>
        <p:nvSpPr>
          <p:cNvPr id="211" name="Google Shape;211;p20"/>
          <p:cNvSpPr/>
          <p:nvPr/>
        </p:nvSpPr>
        <p:spPr>
          <a:xfrm flipH="1">
            <a:off x="4625100" y="282925"/>
            <a:ext cx="3510900" cy="2234100"/>
          </a:xfrm>
          <a:prstGeom prst="round2DiagRect">
            <a:avLst>
              <a:gd fmla="val 13968" name="adj1"/>
              <a:gd fmla="val 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12" name="Google Shape;212;p20"/>
          <p:cNvSpPr txBox="1"/>
          <p:nvPr>
            <p:ph idx="6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3" name="Google Shape;213;p20"/>
          <p:cNvSpPr/>
          <p:nvPr>
            <p:ph idx="7" type="pic"/>
          </p:nvPr>
        </p:nvSpPr>
        <p:spPr>
          <a:xfrm>
            <a:off x="2561025" y="389125"/>
            <a:ext cx="1957500" cy="2025300"/>
          </a:xfrm>
          <a:prstGeom prst="roundRect">
            <a:avLst>
              <a:gd fmla="val 7835" name="adj"/>
            </a:avLst>
          </a:prstGeom>
          <a:noFill/>
          <a:ln>
            <a:noFill/>
          </a:ln>
        </p:spPr>
      </p:sp>
      <p:sp>
        <p:nvSpPr>
          <p:cNvPr id="214" name="Google Shape;214;p20"/>
          <p:cNvSpPr txBox="1"/>
          <p:nvPr>
            <p:ph idx="8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15" name="Google Shape;215;p20"/>
          <p:cNvSpPr txBox="1"/>
          <p:nvPr>
            <p:ph idx="9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big ideas">
  <p:cSld name="CUSTOM_7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"/>
          <p:cNvSpPr txBox="1"/>
          <p:nvPr>
            <p:ph idx="1" type="body"/>
          </p:nvPr>
        </p:nvSpPr>
        <p:spPr>
          <a:xfrm>
            <a:off x="284775" y="1727100"/>
            <a:ext cx="2787300" cy="1677900"/>
          </a:xfrm>
          <a:prstGeom prst="rect">
            <a:avLst/>
          </a:prstGeom>
        </p:spPr>
        <p:txBody>
          <a:bodyPr anchorCtr="0" anchor="b" bIns="182875" lIns="164575" spcFirstLastPara="1" rIns="18287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8" name="Google Shape;218;p21"/>
          <p:cNvSpPr txBox="1"/>
          <p:nvPr>
            <p:ph type="title"/>
          </p:nvPr>
        </p:nvSpPr>
        <p:spPr>
          <a:xfrm>
            <a:off x="284775" y="282900"/>
            <a:ext cx="3512100" cy="9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9" name="Google Shape;219;p21"/>
          <p:cNvSpPr txBox="1"/>
          <p:nvPr>
            <p:ph idx="2" type="title"/>
          </p:nvPr>
        </p:nvSpPr>
        <p:spPr>
          <a:xfrm>
            <a:off x="3178325" y="1279200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0" name="Google Shape;220;p21"/>
          <p:cNvSpPr txBox="1"/>
          <p:nvPr>
            <p:ph idx="3" type="title"/>
          </p:nvPr>
        </p:nvSpPr>
        <p:spPr>
          <a:xfrm>
            <a:off x="3178325" y="3007800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9pPr>
          </a:lstStyle>
          <a:p/>
        </p:txBody>
      </p:sp>
      <p:sp>
        <p:nvSpPr>
          <p:cNvPr id="221" name="Google Shape;221;p21"/>
          <p:cNvSpPr txBox="1"/>
          <p:nvPr>
            <p:ph idx="4" type="title"/>
          </p:nvPr>
        </p:nvSpPr>
        <p:spPr>
          <a:xfrm>
            <a:off x="6071875" y="1279200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2" name="Google Shape;222;p21"/>
          <p:cNvSpPr txBox="1"/>
          <p:nvPr>
            <p:ph idx="5" type="title"/>
          </p:nvPr>
        </p:nvSpPr>
        <p:spPr>
          <a:xfrm>
            <a:off x="6071875" y="3007800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3" name="Google Shape;223;p21"/>
          <p:cNvSpPr txBox="1"/>
          <p:nvPr>
            <p:ph idx="6" type="title"/>
          </p:nvPr>
        </p:nvSpPr>
        <p:spPr>
          <a:xfrm>
            <a:off x="284775" y="3511650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9pPr>
          </a:lstStyle>
          <a:p/>
        </p:txBody>
      </p:sp>
      <p:sp>
        <p:nvSpPr>
          <p:cNvPr id="224" name="Google Shape;224;p21"/>
          <p:cNvSpPr txBox="1"/>
          <p:nvPr>
            <p:ph idx="7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25" name="Google Shape;225;p21"/>
          <p:cNvSpPr txBox="1"/>
          <p:nvPr>
            <p:ph idx="8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big ideas - Alt 1">
  <p:cSld name="CUSTOM_8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2"/>
          <p:cNvSpPr txBox="1"/>
          <p:nvPr>
            <p:ph idx="1" type="body"/>
          </p:nvPr>
        </p:nvSpPr>
        <p:spPr>
          <a:xfrm>
            <a:off x="1731400" y="1357250"/>
            <a:ext cx="2064000" cy="1677900"/>
          </a:xfrm>
          <a:prstGeom prst="rect">
            <a:avLst/>
          </a:prstGeom>
        </p:spPr>
        <p:txBody>
          <a:bodyPr anchorCtr="0" anchor="b" bIns="182875" lIns="164575" spcFirstLastPara="1" rIns="18287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8" name="Google Shape;228;p22"/>
          <p:cNvSpPr txBox="1"/>
          <p:nvPr>
            <p:ph idx="2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229" name="Google Shape;229;p22"/>
          <p:cNvSpPr txBox="1"/>
          <p:nvPr>
            <p:ph type="title"/>
          </p:nvPr>
        </p:nvSpPr>
        <p:spPr>
          <a:xfrm>
            <a:off x="3901625" y="389475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30" name="Google Shape;230;p22"/>
          <p:cNvSpPr txBox="1"/>
          <p:nvPr>
            <p:ph idx="3" type="title"/>
          </p:nvPr>
        </p:nvSpPr>
        <p:spPr>
          <a:xfrm>
            <a:off x="3901625" y="2625650"/>
            <a:ext cx="35106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31" name="Google Shape;231;p22"/>
          <p:cNvSpPr txBox="1"/>
          <p:nvPr>
            <p:ph idx="4" type="title"/>
          </p:nvPr>
        </p:nvSpPr>
        <p:spPr>
          <a:xfrm>
            <a:off x="1731400" y="3144025"/>
            <a:ext cx="20640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32" name="Google Shape;232;p22"/>
          <p:cNvSpPr txBox="1"/>
          <p:nvPr>
            <p:ph idx="5" type="title"/>
          </p:nvPr>
        </p:nvSpPr>
        <p:spPr>
          <a:xfrm>
            <a:off x="6795150" y="389475"/>
            <a:ext cx="20640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33" name="Google Shape;233;p22"/>
          <p:cNvSpPr txBox="1"/>
          <p:nvPr>
            <p:ph idx="6" type="title"/>
          </p:nvPr>
        </p:nvSpPr>
        <p:spPr>
          <a:xfrm>
            <a:off x="7518450" y="2625650"/>
            <a:ext cx="13407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34" name="Google Shape;234;p22"/>
          <p:cNvSpPr txBox="1"/>
          <p:nvPr>
            <p:ph idx="7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35" name="Google Shape;235;p22"/>
          <p:cNvSpPr txBox="1"/>
          <p:nvPr>
            <p:ph idx="8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 - Alt 2">
  <p:cSld name="BLANK_1_1_1_1_1_1_1_1_1_1_1_1_1_1_1_1_1_3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3"/>
          <p:cNvSpPr txBox="1"/>
          <p:nvPr>
            <p:ph idx="1" type="body"/>
          </p:nvPr>
        </p:nvSpPr>
        <p:spPr>
          <a:xfrm>
            <a:off x="1883800" y="2695375"/>
            <a:ext cx="1564500" cy="127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38" name="Google Shape;238;p23"/>
          <p:cNvSpPr txBox="1"/>
          <p:nvPr>
            <p:ph idx="2" type="body"/>
          </p:nvPr>
        </p:nvSpPr>
        <p:spPr>
          <a:xfrm>
            <a:off x="3571625" y="2695375"/>
            <a:ext cx="1564500" cy="127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39" name="Google Shape;239;p23"/>
          <p:cNvSpPr txBox="1"/>
          <p:nvPr>
            <p:ph idx="3" type="body"/>
          </p:nvPr>
        </p:nvSpPr>
        <p:spPr>
          <a:xfrm>
            <a:off x="5500650" y="2695375"/>
            <a:ext cx="1564500" cy="127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40" name="Google Shape;240;p23"/>
          <p:cNvSpPr txBox="1"/>
          <p:nvPr>
            <p:ph idx="4" type="body"/>
          </p:nvPr>
        </p:nvSpPr>
        <p:spPr>
          <a:xfrm>
            <a:off x="7188475" y="2695375"/>
            <a:ext cx="1564500" cy="127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41" name="Google Shape;241;p23"/>
          <p:cNvSpPr txBox="1"/>
          <p:nvPr>
            <p:ph idx="5" type="subTitle"/>
          </p:nvPr>
        </p:nvSpPr>
        <p:spPr>
          <a:xfrm>
            <a:off x="1883800" y="2406325"/>
            <a:ext cx="32073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42" name="Google Shape;242;p23"/>
          <p:cNvSpPr/>
          <p:nvPr>
            <p:ph idx="6" type="pic"/>
          </p:nvPr>
        </p:nvSpPr>
        <p:spPr>
          <a:xfrm>
            <a:off x="1731400" y="967275"/>
            <a:ext cx="2064000" cy="1273500"/>
          </a:xfrm>
          <a:prstGeom prst="round2DiagRect">
            <a:avLst>
              <a:gd fmla="val 0" name="adj1"/>
              <a:gd fmla="val 16572" name="adj2"/>
            </a:avLst>
          </a:prstGeom>
          <a:noFill/>
          <a:ln>
            <a:noFill/>
          </a:ln>
        </p:spPr>
      </p:sp>
      <p:sp>
        <p:nvSpPr>
          <p:cNvPr id="243" name="Google Shape;243;p23"/>
          <p:cNvSpPr/>
          <p:nvPr>
            <p:ph idx="7" type="pic"/>
          </p:nvPr>
        </p:nvSpPr>
        <p:spPr>
          <a:xfrm>
            <a:off x="5348325" y="967275"/>
            <a:ext cx="2064000" cy="1273500"/>
          </a:xfrm>
          <a:prstGeom prst="round2DiagRect">
            <a:avLst>
              <a:gd fmla="val 0" name="adj1"/>
              <a:gd fmla="val 16572" name="adj2"/>
            </a:avLst>
          </a:prstGeom>
          <a:noFill/>
          <a:ln>
            <a:noFill/>
          </a:ln>
        </p:spPr>
      </p:sp>
      <p:sp>
        <p:nvSpPr>
          <p:cNvPr id="244" name="Google Shape;244;p23"/>
          <p:cNvSpPr txBox="1"/>
          <p:nvPr>
            <p:ph idx="8" type="subTitle"/>
          </p:nvPr>
        </p:nvSpPr>
        <p:spPr>
          <a:xfrm>
            <a:off x="5500650" y="2406325"/>
            <a:ext cx="32073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45" name="Google Shape;245;p23"/>
          <p:cNvSpPr txBox="1"/>
          <p:nvPr>
            <p:ph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46" name="Google Shape;246;p23"/>
          <p:cNvSpPr txBox="1"/>
          <p:nvPr>
            <p:ph idx="9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47" name="Google Shape;247;p23"/>
          <p:cNvSpPr txBox="1"/>
          <p:nvPr>
            <p:ph idx="13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toryboards">
  <p:cSld name="CUSTOM">
    <p:bg>
      <p:bgPr>
        <a:solidFill>
          <a:schemeClr val="lt2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4"/>
          <p:cNvSpPr txBox="1"/>
          <p:nvPr>
            <p:ph idx="1" type="subTitle"/>
          </p:nvPr>
        </p:nvSpPr>
        <p:spPr>
          <a:xfrm>
            <a:off x="6794975" y="3103750"/>
            <a:ext cx="2064000" cy="5301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250" name="Google Shape;250;p24"/>
          <p:cNvSpPr/>
          <p:nvPr>
            <p:ph idx="2" type="pic"/>
          </p:nvPr>
        </p:nvSpPr>
        <p:spPr>
          <a:xfrm>
            <a:off x="2455025" y="1980250"/>
            <a:ext cx="2064000" cy="11223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51" name="Google Shape;251;p24"/>
          <p:cNvSpPr txBox="1"/>
          <p:nvPr>
            <p:ph idx="3" type="subTitle"/>
          </p:nvPr>
        </p:nvSpPr>
        <p:spPr>
          <a:xfrm>
            <a:off x="2455025" y="3103750"/>
            <a:ext cx="2064000" cy="5301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252" name="Google Shape;252;p24"/>
          <p:cNvSpPr/>
          <p:nvPr>
            <p:ph idx="4" type="pic"/>
          </p:nvPr>
        </p:nvSpPr>
        <p:spPr>
          <a:xfrm>
            <a:off x="4625000" y="1980250"/>
            <a:ext cx="2064000" cy="11223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53" name="Google Shape;253;p24"/>
          <p:cNvSpPr txBox="1"/>
          <p:nvPr>
            <p:ph idx="5" type="subTitle"/>
          </p:nvPr>
        </p:nvSpPr>
        <p:spPr>
          <a:xfrm>
            <a:off x="4625000" y="3103750"/>
            <a:ext cx="2064000" cy="5301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254" name="Google Shape;254;p24"/>
          <p:cNvSpPr/>
          <p:nvPr>
            <p:ph idx="6" type="pic"/>
          </p:nvPr>
        </p:nvSpPr>
        <p:spPr>
          <a:xfrm>
            <a:off x="285050" y="1980250"/>
            <a:ext cx="2064000" cy="11223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55" name="Google Shape;255;p24"/>
          <p:cNvSpPr txBox="1"/>
          <p:nvPr>
            <p:ph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56" name="Google Shape;256;p24"/>
          <p:cNvSpPr txBox="1"/>
          <p:nvPr>
            <p:ph idx="7" type="body"/>
          </p:nvPr>
        </p:nvSpPr>
        <p:spPr>
          <a:xfrm>
            <a:off x="284750" y="3862050"/>
            <a:ext cx="2064000" cy="888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57" name="Google Shape;257;p24"/>
          <p:cNvSpPr txBox="1"/>
          <p:nvPr>
            <p:ph idx="8" type="subTitle"/>
          </p:nvPr>
        </p:nvSpPr>
        <p:spPr>
          <a:xfrm>
            <a:off x="285050" y="3103750"/>
            <a:ext cx="2064000" cy="5301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258" name="Google Shape;258;p24"/>
          <p:cNvSpPr txBox="1"/>
          <p:nvPr>
            <p:ph idx="9" type="body"/>
          </p:nvPr>
        </p:nvSpPr>
        <p:spPr>
          <a:xfrm>
            <a:off x="2454725" y="3862050"/>
            <a:ext cx="2064000" cy="888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59" name="Google Shape;259;p24"/>
          <p:cNvSpPr txBox="1"/>
          <p:nvPr>
            <p:ph idx="13" type="body"/>
          </p:nvPr>
        </p:nvSpPr>
        <p:spPr>
          <a:xfrm>
            <a:off x="4624700" y="3862050"/>
            <a:ext cx="2064000" cy="888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60" name="Google Shape;260;p24"/>
          <p:cNvSpPr txBox="1"/>
          <p:nvPr>
            <p:ph idx="14" type="body"/>
          </p:nvPr>
        </p:nvSpPr>
        <p:spPr>
          <a:xfrm>
            <a:off x="6794675" y="3862050"/>
            <a:ext cx="2064000" cy="888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61" name="Google Shape;261;p24"/>
          <p:cNvSpPr/>
          <p:nvPr>
            <p:ph idx="15" type="pic"/>
          </p:nvPr>
        </p:nvSpPr>
        <p:spPr>
          <a:xfrm>
            <a:off x="6794975" y="1980250"/>
            <a:ext cx="2064000" cy="11223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3">
  <p:cSld name="CUSTOM_3">
    <p:bg>
      <p:bgPr>
        <a:solidFill>
          <a:schemeClr val="lt2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5"/>
          <p:cNvSpPr/>
          <p:nvPr>
            <p:ph idx="2" type="pic"/>
          </p:nvPr>
        </p:nvSpPr>
        <p:spPr>
          <a:xfrm>
            <a:off x="5965025" y="3740450"/>
            <a:ext cx="2894400" cy="1116900"/>
          </a:xfrm>
          <a:prstGeom prst="roundRect">
            <a:avLst>
              <a:gd fmla="val 13273" name="adj"/>
            </a:avLst>
          </a:prstGeom>
          <a:noFill/>
          <a:ln>
            <a:noFill/>
          </a:ln>
        </p:spPr>
      </p:sp>
      <p:sp>
        <p:nvSpPr>
          <p:cNvPr id="264" name="Google Shape;264;p25"/>
          <p:cNvSpPr/>
          <p:nvPr/>
        </p:nvSpPr>
        <p:spPr>
          <a:xfrm flipH="1" rot="10800000">
            <a:off x="575775" y="282975"/>
            <a:ext cx="7992600" cy="3457500"/>
          </a:xfrm>
          <a:prstGeom prst="round2DiagRect">
            <a:avLst>
              <a:gd fmla="val 9463" name="adj1"/>
              <a:gd fmla="val 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5" name="Google Shape;265;p25"/>
          <p:cNvSpPr/>
          <p:nvPr/>
        </p:nvSpPr>
        <p:spPr>
          <a:xfrm flipH="1" rot="10800000">
            <a:off x="575775" y="3740475"/>
            <a:ext cx="5389200" cy="1116900"/>
          </a:xfrm>
          <a:prstGeom prst="round2DiagRect">
            <a:avLst>
              <a:gd fmla="val 16002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6" name="Google Shape;266;p25"/>
          <p:cNvSpPr/>
          <p:nvPr/>
        </p:nvSpPr>
        <p:spPr>
          <a:xfrm rot="10800000">
            <a:off x="284775" y="282975"/>
            <a:ext cx="291000" cy="45744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7" name="Google Shape;267;p25"/>
          <p:cNvSpPr/>
          <p:nvPr/>
        </p:nvSpPr>
        <p:spPr>
          <a:xfrm rot="10800000">
            <a:off x="8568225" y="282900"/>
            <a:ext cx="291000" cy="34575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8" name="Google Shape;268;p25"/>
          <p:cNvSpPr txBox="1"/>
          <p:nvPr>
            <p:ph type="title"/>
          </p:nvPr>
        </p:nvSpPr>
        <p:spPr>
          <a:xfrm>
            <a:off x="917100" y="528525"/>
            <a:ext cx="7337100" cy="29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69" name="Google Shape;269;p25"/>
          <p:cNvSpPr txBox="1"/>
          <p:nvPr>
            <p:ph idx="1" type="subTitle"/>
          </p:nvPr>
        </p:nvSpPr>
        <p:spPr>
          <a:xfrm>
            <a:off x="917100" y="3989175"/>
            <a:ext cx="4625100" cy="59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Outfit"/>
              <a:buNone/>
              <a:defRPr sz="18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ards - Alt 1">
  <p:cSld name="CUSTOM_4">
    <p:bg>
      <p:bgPr>
        <a:solidFill>
          <a:schemeClr val="lt2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6"/>
          <p:cNvSpPr/>
          <p:nvPr>
            <p:ph idx="2" type="pic"/>
          </p:nvPr>
        </p:nvSpPr>
        <p:spPr>
          <a:xfrm>
            <a:off x="717825" y="2478076"/>
            <a:ext cx="1197900" cy="1197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26"/>
          <p:cNvSpPr/>
          <p:nvPr>
            <p:ph idx="3" type="pic"/>
          </p:nvPr>
        </p:nvSpPr>
        <p:spPr>
          <a:xfrm>
            <a:off x="2887875" y="2478076"/>
            <a:ext cx="1197900" cy="1197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26"/>
          <p:cNvSpPr/>
          <p:nvPr>
            <p:ph idx="4" type="pic"/>
          </p:nvPr>
        </p:nvSpPr>
        <p:spPr>
          <a:xfrm>
            <a:off x="5057925" y="2478076"/>
            <a:ext cx="1197900" cy="1197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26"/>
          <p:cNvSpPr/>
          <p:nvPr>
            <p:ph idx="5" type="pic"/>
          </p:nvPr>
        </p:nvSpPr>
        <p:spPr>
          <a:xfrm>
            <a:off x="7227975" y="2478076"/>
            <a:ext cx="1197900" cy="1197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26"/>
          <p:cNvSpPr txBox="1"/>
          <p:nvPr>
            <p:ph idx="1" type="subTitle"/>
          </p:nvPr>
        </p:nvSpPr>
        <p:spPr>
          <a:xfrm>
            <a:off x="284775" y="1675050"/>
            <a:ext cx="1933800" cy="5586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6" name="Google Shape;276;p26"/>
          <p:cNvSpPr txBox="1"/>
          <p:nvPr>
            <p:ph idx="6" type="subTitle"/>
          </p:nvPr>
        </p:nvSpPr>
        <p:spPr>
          <a:xfrm>
            <a:off x="2454825" y="1675050"/>
            <a:ext cx="1933800" cy="5586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7" name="Google Shape;277;p26"/>
          <p:cNvSpPr txBox="1"/>
          <p:nvPr>
            <p:ph idx="7" type="subTitle"/>
          </p:nvPr>
        </p:nvSpPr>
        <p:spPr>
          <a:xfrm>
            <a:off x="4624863" y="1675050"/>
            <a:ext cx="1933800" cy="5586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8" name="Google Shape;278;p26"/>
          <p:cNvSpPr txBox="1"/>
          <p:nvPr>
            <p:ph idx="8" type="subTitle"/>
          </p:nvPr>
        </p:nvSpPr>
        <p:spPr>
          <a:xfrm>
            <a:off x="6794913" y="1675050"/>
            <a:ext cx="1933800" cy="5586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1" sz="1800">
                <a:solidFill>
                  <a:schemeClr val="lt2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79" name="Google Shape;279;p26"/>
          <p:cNvSpPr txBox="1"/>
          <p:nvPr>
            <p:ph idx="9" type="subTitle"/>
          </p:nvPr>
        </p:nvSpPr>
        <p:spPr>
          <a:xfrm>
            <a:off x="284775" y="3874800"/>
            <a:ext cx="2064000" cy="9714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0" name="Google Shape;280;p26"/>
          <p:cNvSpPr txBox="1"/>
          <p:nvPr>
            <p:ph idx="13" type="subTitle"/>
          </p:nvPr>
        </p:nvSpPr>
        <p:spPr>
          <a:xfrm>
            <a:off x="2454825" y="3874800"/>
            <a:ext cx="2064000" cy="9714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1" name="Google Shape;281;p26"/>
          <p:cNvSpPr txBox="1"/>
          <p:nvPr>
            <p:ph idx="14" type="subTitle"/>
          </p:nvPr>
        </p:nvSpPr>
        <p:spPr>
          <a:xfrm>
            <a:off x="4624875" y="3874800"/>
            <a:ext cx="2064000" cy="9714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2" name="Google Shape;282;p26"/>
          <p:cNvSpPr txBox="1"/>
          <p:nvPr>
            <p:ph idx="15" type="subTitle"/>
          </p:nvPr>
        </p:nvSpPr>
        <p:spPr>
          <a:xfrm>
            <a:off x="6794925" y="3874800"/>
            <a:ext cx="2064000" cy="9714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83" name="Google Shape;283;p26"/>
          <p:cNvSpPr txBox="1"/>
          <p:nvPr>
            <p:ph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ards - Alt 2">
  <p:cSld name="CUSTOM_12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7"/>
          <p:cNvSpPr txBox="1"/>
          <p:nvPr>
            <p:ph type="title"/>
          </p:nvPr>
        </p:nvSpPr>
        <p:spPr>
          <a:xfrm>
            <a:off x="3901500" y="1277850"/>
            <a:ext cx="1157700" cy="10104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86" name="Google Shape;286;p27"/>
          <p:cNvSpPr/>
          <p:nvPr>
            <p:ph idx="2" type="pic"/>
          </p:nvPr>
        </p:nvSpPr>
        <p:spPr>
          <a:xfrm>
            <a:off x="1731450" y="1277775"/>
            <a:ext cx="2062500" cy="3352200"/>
          </a:xfrm>
          <a:prstGeom prst="roundRect">
            <a:avLst>
              <a:gd fmla="val 10994" name="adj"/>
            </a:avLst>
          </a:prstGeom>
          <a:noFill/>
          <a:ln>
            <a:noFill/>
          </a:ln>
        </p:spPr>
      </p:sp>
      <p:sp>
        <p:nvSpPr>
          <p:cNvPr id="287" name="Google Shape;287;p27"/>
          <p:cNvSpPr txBox="1"/>
          <p:nvPr>
            <p:ph idx="3"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88" name="Google Shape;288;p27"/>
          <p:cNvSpPr txBox="1"/>
          <p:nvPr>
            <p:ph idx="1" type="subTitle"/>
          </p:nvPr>
        </p:nvSpPr>
        <p:spPr>
          <a:xfrm>
            <a:off x="1729925" y="1430175"/>
            <a:ext cx="2064000" cy="9714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9" name="Google Shape;289;p27"/>
          <p:cNvSpPr txBox="1"/>
          <p:nvPr>
            <p:ph idx="4" type="title"/>
          </p:nvPr>
        </p:nvSpPr>
        <p:spPr>
          <a:xfrm>
            <a:off x="6071550" y="2401575"/>
            <a:ext cx="27879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90" name="Google Shape;290;p27"/>
          <p:cNvSpPr txBox="1"/>
          <p:nvPr>
            <p:ph idx="5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91" name="Google Shape;291;p27"/>
          <p:cNvSpPr txBox="1"/>
          <p:nvPr>
            <p:ph idx="6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92" name="Google Shape;292;p27"/>
          <p:cNvSpPr txBox="1"/>
          <p:nvPr>
            <p:ph idx="7" type="subTitle"/>
          </p:nvPr>
        </p:nvSpPr>
        <p:spPr>
          <a:xfrm>
            <a:off x="4071675" y="3061794"/>
            <a:ext cx="17283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3" name="Google Shape;293;p27"/>
          <p:cNvSpPr txBox="1"/>
          <p:nvPr>
            <p:ph idx="8" type="subTitle"/>
          </p:nvPr>
        </p:nvSpPr>
        <p:spPr>
          <a:xfrm>
            <a:off x="4071675" y="2542375"/>
            <a:ext cx="1728300" cy="51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94" name="Google Shape;294;p27"/>
          <p:cNvSpPr txBox="1"/>
          <p:nvPr>
            <p:ph idx="9" type="subTitle"/>
          </p:nvPr>
        </p:nvSpPr>
        <p:spPr>
          <a:xfrm>
            <a:off x="4071675" y="4178694"/>
            <a:ext cx="17283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5" name="Google Shape;295;p27"/>
          <p:cNvSpPr txBox="1"/>
          <p:nvPr>
            <p:ph idx="13" type="subTitle"/>
          </p:nvPr>
        </p:nvSpPr>
        <p:spPr>
          <a:xfrm>
            <a:off x="4071675" y="3659275"/>
            <a:ext cx="1728300" cy="51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table">
  <p:cSld name="CUSTOM_11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8"/>
          <p:cNvSpPr txBox="1"/>
          <p:nvPr>
            <p:ph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98" name="Google Shape;298;p28"/>
          <p:cNvSpPr txBox="1"/>
          <p:nvPr>
            <p:ph idx="1" type="subTitle"/>
          </p:nvPr>
        </p:nvSpPr>
        <p:spPr>
          <a:xfrm>
            <a:off x="2455100" y="1661000"/>
            <a:ext cx="2064000" cy="195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99" name="Google Shape;299;p28"/>
          <p:cNvSpPr txBox="1"/>
          <p:nvPr>
            <p:ph idx="2" type="subTitle"/>
          </p:nvPr>
        </p:nvSpPr>
        <p:spPr>
          <a:xfrm>
            <a:off x="4624900" y="1661000"/>
            <a:ext cx="2064000" cy="195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0" name="Google Shape;300;p28"/>
          <p:cNvSpPr txBox="1"/>
          <p:nvPr>
            <p:ph idx="3" type="subTitle"/>
          </p:nvPr>
        </p:nvSpPr>
        <p:spPr>
          <a:xfrm>
            <a:off x="6794700" y="1661000"/>
            <a:ext cx="2064000" cy="195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1" name="Google Shape;301;p28"/>
          <p:cNvSpPr txBox="1"/>
          <p:nvPr>
            <p:ph idx="4" type="subTitle"/>
          </p:nvPr>
        </p:nvSpPr>
        <p:spPr>
          <a:xfrm>
            <a:off x="391275" y="1661000"/>
            <a:ext cx="1957500" cy="195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2" name="Google Shape;302;p28"/>
          <p:cNvSpPr txBox="1"/>
          <p:nvPr>
            <p:ph idx="5" type="subTitle"/>
          </p:nvPr>
        </p:nvSpPr>
        <p:spPr>
          <a:xfrm>
            <a:off x="391275" y="2111375"/>
            <a:ext cx="1957500" cy="195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3" name="Google Shape;303;p28"/>
          <p:cNvSpPr txBox="1"/>
          <p:nvPr>
            <p:ph idx="6" type="subTitle"/>
          </p:nvPr>
        </p:nvSpPr>
        <p:spPr>
          <a:xfrm>
            <a:off x="391275" y="3160850"/>
            <a:ext cx="1957500" cy="195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4" name="Google Shape;304;p28"/>
          <p:cNvSpPr txBox="1"/>
          <p:nvPr>
            <p:ph idx="7" type="subTitle"/>
          </p:nvPr>
        </p:nvSpPr>
        <p:spPr>
          <a:xfrm>
            <a:off x="391275" y="4049675"/>
            <a:ext cx="1957500" cy="195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5" name="Google Shape;305;p28"/>
          <p:cNvSpPr txBox="1"/>
          <p:nvPr>
            <p:ph idx="8" type="subTitle"/>
          </p:nvPr>
        </p:nvSpPr>
        <p:spPr>
          <a:xfrm>
            <a:off x="2455100" y="2111375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6" name="Google Shape;306;p28"/>
          <p:cNvSpPr txBox="1"/>
          <p:nvPr>
            <p:ph idx="9" type="subTitle"/>
          </p:nvPr>
        </p:nvSpPr>
        <p:spPr>
          <a:xfrm>
            <a:off x="2455100" y="3174088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7" name="Google Shape;307;p28"/>
          <p:cNvSpPr txBox="1"/>
          <p:nvPr>
            <p:ph idx="13" type="subTitle"/>
          </p:nvPr>
        </p:nvSpPr>
        <p:spPr>
          <a:xfrm>
            <a:off x="2455100" y="4075913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8" name="Google Shape;308;p28"/>
          <p:cNvSpPr txBox="1"/>
          <p:nvPr>
            <p:ph idx="14" type="subTitle"/>
          </p:nvPr>
        </p:nvSpPr>
        <p:spPr>
          <a:xfrm>
            <a:off x="4625425" y="2111375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9" name="Google Shape;309;p28"/>
          <p:cNvSpPr txBox="1"/>
          <p:nvPr>
            <p:ph idx="15" type="subTitle"/>
          </p:nvPr>
        </p:nvSpPr>
        <p:spPr>
          <a:xfrm>
            <a:off x="4625425" y="3174088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10" name="Google Shape;310;p28"/>
          <p:cNvSpPr txBox="1"/>
          <p:nvPr>
            <p:ph idx="16" type="subTitle"/>
          </p:nvPr>
        </p:nvSpPr>
        <p:spPr>
          <a:xfrm>
            <a:off x="4625425" y="4075913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11" name="Google Shape;311;p28"/>
          <p:cNvSpPr txBox="1"/>
          <p:nvPr>
            <p:ph idx="17" type="subTitle"/>
          </p:nvPr>
        </p:nvSpPr>
        <p:spPr>
          <a:xfrm>
            <a:off x="6795750" y="2111375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12" name="Google Shape;312;p28"/>
          <p:cNvSpPr txBox="1"/>
          <p:nvPr>
            <p:ph idx="18" type="subTitle"/>
          </p:nvPr>
        </p:nvSpPr>
        <p:spPr>
          <a:xfrm>
            <a:off x="6795750" y="3174088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13" name="Google Shape;313;p28"/>
          <p:cNvSpPr txBox="1"/>
          <p:nvPr>
            <p:ph idx="19" type="subTitle"/>
          </p:nvPr>
        </p:nvSpPr>
        <p:spPr>
          <a:xfrm>
            <a:off x="6795750" y="4075913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16" name="Google Shape;316;p2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21" name="Google Shape;321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24" name="Google Shape;324;p3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5" name="Google Shape;325;p3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0" name="Google Shape;330;p3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35" name="Google Shape;335;p3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36" name="Google Shape;336;p3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41" name="Google Shape;341;p3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0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45" name="Google Shape;345;p40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6" name="Google Shape;346;p40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7" name="Google Shape;347;p40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8" name="Google Shape;348;p40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9" name="Google Shape;349;p40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0" name="Google Shape;350;p40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53" name="Google Shape;353;p41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4" name="Google Shape;354;p41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7" name="Google Shape;357;p42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8" name="Google Shape;358;p42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9" name="Google Shape;359;p42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0" name="Google Shape;360;p42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3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3" name="Google Shape;363;p43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4" name="Google Shape;364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65" name="Google Shape;365;p43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43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7" name="Google Shape;367;p43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43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4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1" name="Google Shape;371;p44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2" name="Google Shape;372;p44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3" name="Google Shape;373;p44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4" name="Google Shape;374;p44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75" name="Google Shape;375;p44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6" name="Google Shape;376;p44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7" name="Google Shape;377;p44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8" name="Google Shape;378;p44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81" name="Google Shape;381;p45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6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4" name="Google Shape;384;p46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85" name="Google Shape;385;p46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46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7" name="Google Shape;387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88" name="Google Shape;388;p46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9" name="Google Shape;389;p46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7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2" name="Google Shape;392;p47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93" name="Google Shape;393;p47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94" name="Google Shape;394;p47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5" name="Google Shape;395;p47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96" name="Google Shape;396;p47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7" name="Google Shape;39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98" name="Google Shape;398;p47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99" name="Google Shape;399;p47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0" name="Google Shape;400;p47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8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9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49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49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7" name="Google Shape;407;p49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8" name="Google Shape;408;p49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9" name="Google Shape;409;p49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0" name="Google Shape;410;p49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411" name="Google Shape;411;p49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2" name="Google Shape;412;p49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49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84775" y="282900"/>
            <a:ext cx="5681100" cy="22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84775" y="2629050"/>
            <a:ext cx="3493500" cy="19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●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○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■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●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○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■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●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○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■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81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78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7">
          <p15:clr>
            <a:srgbClr val="E46962"/>
          </p15:clr>
        </p15:guide>
        <p15:guide id="6" pos="2913">
          <p15:clr>
            <a:srgbClr val="E46962"/>
          </p15:clr>
        </p15:guide>
        <p15:guide id="7" pos="568">
          <p15:clr>
            <a:srgbClr val="E46962"/>
          </p15:clr>
        </p15:guide>
        <p15:guide id="8" pos="635">
          <p15:clr>
            <a:srgbClr val="E46962"/>
          </p15:clr>
        </p15:guide>
        <p15:guide id="9" pos="4213">
          <p15:clr>
            <a:srgbClr val="E46962"/>
          </p15:clr>
        </p15:guide>
        <p15:guide id="10" pos="4280">
          <p15:clr>
            <a:srgbClr val="E46962"/>
          </p15:clr>
        </p15:guide>
        <p15:guide id="11" pos="3758">
          <p15:clr>
            <a:srgbClr val="E46962"/>
          </p15:clr>
        </p15:guide>
        <p15:guide id="12" pos="3825">
          <p15:clr>
            <a:srgbClr val="E46962"/>
          </p15:clr>
        </p15:guide>
        <p15:guide id="13" pos="1024">
          <p15:clr>
            <a:srgbClr val="E46962"/>
          </p15:clr>
        </p15:guide>
        <p15:guide id="14" pos="1091">
          <p15:clr>
            <a:srgbClr val="E46962"/>
          </p15:clr>
        </p15:guide>
        <p15:guide id="15" orient="horz" pos="245">
          <p15:clr>
            <a:srgbClr val="E46962"/>
          </p15:clr>
        </p15:guide>
        <p15:guide id="16" orient="horz" pos="2993">
          <p15:clr>
            <a:srgbClr val="E46962"/>
          </p15:clr>
        </p15:guide>
        <p15:guide id="17" orient="horz" pos="882">
          <p15:clr>
            <a:srgbClr val="E46962"/>
          </p15:clr>
        </p15:guide>
        <p15:guide id="18" orient="horz" pos="949">
          <p15:clr>
            <a:srgbClr val="E46962"/>
          </p15:clr>
        </p15:guide>
        <p15:guide id="19" orient="horz" pos="2289">
          <p15:clr>
            <a:srgbClr val="E46962"/>
          </p15:clr>
        </p15:guide>
        <p15:guide id="20" orient="horz" pos="2356">
          <p15:clr>
            <a:srgbClr val="E46962"/>
          </p15:clr>
        </p15:guide>
        <p15:guide id="21" pos="1479">
          <p15:clr>
            <a:srgbClr val="E46962"/>
          </p15:clr>
        </p15:guide>
        <p15:guide id="22" pos="1546">
          <p15:clr>
            <a:srgbClr val="E46962"/>
          </p15:clr>
        </p15:guide>
        <p15:guide id="23" pos="1935">
          <p15:clr>
            <a:srgbClr val="E46962"/>
          </p15:clr>
        </p15:guide>
        <p15:guide id="24" pos="2002">
          <p15:clr>
            <a:srgbClr val="E46962"/>
          </p15:clr>
        </p15:guide>
        <p15:guide id="25" pos="2391">
          <p15:clr>
            <a:srgbClr val="E46962"/>
          </p15:clr>
        </p15:guide>
        <p15:guide id="26" pos="2458">
          <p15:clr>
            <a:srgbClr val="E46962"/>
          </p15:clr>
        </p15:guide>
        <p15:guide id="27" pos="3302">
          <p15:clr>
            <a:srgbClr val="E46962"/>
          </p15:clr>
        </p15:guide>
        <p15:guide id="28" pos="3369">
          <p15:clr>
            <a:srgbClr val="E46962"/>
          </p15:clr>
        </p15:guide>
        <p15:guide id="29" pos="4669">
          <p15:clr>
            <a:srgbClr val="E46962"/>
          </p15:clr>
        </p15:guide>
        <p15:guide id="30" pos="4736">
          <p15:clr>
            <a:srgbClr val="E46962"/>
          </p15:clr>
        </p15:guide>
        <p15:guide id="31" pos="5125">
          <p15:clr>
            <a:srgbClr val="E46962"/>
          </p15:clr>
        </p15:guide>
        <p15:guide id="32" pos="5192">
          <p15:clr>
            <a:srgbClr val="E46962"/>
          </p15:clr>
        </p15:guide>
        <p15:guide id="33" orient="horz" pos="1585">
          <p15:clr>
            <a:srgbClr val="E46962"/>
          </p15:clr>
        </p15:guide>
        <p15:guide id="34" orient="horz" pos="1653">
          <p15:clr>
            <a:srgbClr val="E46962"/>
          </p15:clr>
        </p15:guide>
        <p15:guide id="35" orient="horz" pos="2909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drive.google.com/file/d/1wsjPQYope_6bqmmsBGngp6DF2ZxcmXsg/view" TargetMode="External"/><Relationship Id="rId4" Type="http://schemas.openxmlformats.org/officeDocument/2006/relationships/image" Target="../media/image2.jpg"/><Relationship Id="rId5" Type="http://schemas.openxmlformats.org/officeDocument/2006/relationships/hyperlink" Target="http://drive.google.com/file/d/17TnpXYMgkUnThwg6OPzJKNS1pnLDjPE6/view" TargetMode="External"/><Relationship Id="rId6" Type="http://schemas.openxmlformats.org/officeDocument/2006/relationships/image" Target="../media/image7.jpg"/><Relationship Id="rId7" Type="http://schemas.openxmlformats.org/officeDocument/2006/relationships/hyperlink" Target="http://drive.google.com/file/d/1W5GNOI6zKhPlAXJf_P-CyiCY9-wwtqPp/view" TargetMode="External"/><Relationship Id="rId8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rive.google.com/file/d/1SyZ0fttCWFVgziOFyE-q2TGB2iZU6BU7/view" TargetMode="External"/><Relationship Id="rId4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drive.google.com/file/d/1nrxjnYk7PF-YPZFSxGz2UOVIur5mD2li/view" TargetMode="External"/><Relationship Id="rId4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drive.google.com/file/d/1dFRfF-Y1DYQ4l_teNt-g8b-aBiEzqNFc/view" TargetMode="External"/><Relationship Id="rId4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drive.google.com/file/d/17Bov2sAmWqnpjl62yMjY56uXMLmwvvIf/view" TargetMode="External"/><Relationship Id="rId4" Type="http://schemas.openxmlformats.org/officeDocument/2006/relationships/image" Target="../media/image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drive.google.com/file/d/1ABBOZYpqqcWMzYsOntBZ1XB5TxbT3m02/view" TargetMode="External"/><Relationship Id="rId4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0"/>
          <p:cNvSpPr txBox="1"/>
          <p:nvPr>
            <p:ph type="title"/>
          </p:nvPr>
        </p:nvSpPr>
        <p:spPr>
          <a:xfrm>
            <a:off x="1008000" y="587700"/>
            <a:ext cx="5787300" cy="324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/>
              <a:t>t</a:t>
            </a:r>
            <a:r>
              <a:rPr lang="en" sz="5200"/>
              <a:t>iktok </a:t>
            </a:r>
            <a:r>
              <a:rPr lang="en" sz="5200"/>
              <a:t>is a word i’m allowed to say now</a:t>
            </a:r>
            <a:endParaRPr sz="5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600">
                <a:solidFill>
                  <a:srgbClr val="B7B7B7"/>
                </a:solidFill>
              </a:rPr>
              <a:t>o</a:t>
            </a:r>
            <a:r>
              <a:rPr i="1" lang="en" sz="2600">
                <a:solidFill>
                  <a:srgbClr val="B7B7B7"/>
                </a:solidFill>
              </a:rPr>
              <a:t>r, what being a tiktok influencer taught me about analysis</a:t>
            </a:r>
            <a:endParaRPr i="1" sz="2600">
              <a:solidFill>
                <a:srgbClr val="B7B7B7"/>
              </a:solidFill>
            </a:endParaRPr>
          </a:p>
        </p:txBody>
      </p:sp>
      <p:sp>
        <p:nvSpPr>
          <p:cNvPr id="419" name="Google Shape;419;p50"/>
          <p:cNvSpPr/>
          <p:nvPr/>
        </p:nvSpPr>
        <p:spPr>
          <a:xfrm>
            <a:off x="6475559" y="4286678"/>
            <a:ext cx="256800" cy="256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descr="An abstract texture of raised wave shapes on a white surface. " id="420" name="Google Shape;420;p50"/>
          <p:cNvPicPr preferRelativeResize="0"/>
          <p:nvPr/>
        </p:nvPicPr>
        <p:blipFill rotWithShape="1">
          <a:blip r:embed="rId3">
            <a:alphaModFix amt="50000"/>
          </a:blip>
          <a:srcRect b="0" l="23649" r="43594" t="21820"/>
          <a:stretch/>
        </p:blipFill>
        <p:spPr>
          <a:xfrm>
            <a:off x="7064775" y="573900"/>
            <a:ext cx="1794600" cy="42831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1"/>
          <p:cNvSpPr/>
          <p:nvPr/>
        </p:nvSpPr>
        <p:spPr>
          <a:xfrm flipH="1">
            <a:off x="5454674" y="628263"/>
            <a:ext cx="2787300" cy="10107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6" name="Google Shape;426;p51"/>
          <p:cNvSpPr/>
          <p:nvPr/>
        </p:nvSpPr>
        <p:spPr>
          <a:xfrm flipH="1">
            <a:off x="5454674" y="1946525"/>
            <a:ext cx="2787300" cy="10107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7" name="Google Shape;427;p51"/>
          <p:cNvSpPr/>
          <p:nvPr/>
        </p:nvSpPr>
        <p:spPr>
          <a:xfrm flipH="1">
            <a:off x="5448149" y="3300563"/>
            <a:ext cx="2787300" cy="10107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8" name="Google Shape;428;p51"/>
          <p:cNvSpPr txBox="1"/>
          <p:nvPr>
            <p:ph type="title"/>
          </p:nvPr>
        </p:nvSpPr>
        <p:spPr>
          <a:xfrm>
            <a:off x="901825" y="2135400"/>
            <a:ext cx="4137000" cy="8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</a:t>
            </a:r>
            <a:r>
              <a:rPr lang="en"/>
              <a:t>y plan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(but please interrupt me)</a:t>
            </a:r>
            <a:endParaRPr sz="2700"/>
          </a:p>
        </p:txBody>
      </p:sp>
      <p:sp>
        <p:nvSpPr>
          <p:cNvPr id="429" name="Google Shape;429;p51"/>
          <p:cNvSpPr txBox="1"/>
          <p:nvPr>
            <p:ph idx="4" type="subTitle"/>
          </p:nvPr>
        </p:nvSpPr>
        <p:spPr>
          <a:xfrm>
            <a:off x="5618325" y="3706088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r>
              <a:rPr lang="en"/>
              <a:t> plea</a:t>
            </a:r>
            <a:endParaRPr/>
          </a:p>
        </p:txBody>
      </p:sp>
      <p:sp>
        <p:nvSpPr>
          <p:cNvPr id="430" name="Google Shape;430;p51"/>
          <p:cNvSpPr txBox="1"/>
          <p:nvPr>
            <p:ph idx="1" type="subTitle"/>
          </p:nvPr>
        </p:nvSpPr>
        <p:spPr>
          <a:xfrm>
            <a:off x="5624850" y="1033788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@zevulous</a:t>
            </a:r>
            <a:endParaRPr/>
          </a:p>
        </p:txBody>
      </p:sp>
      <p:sp>
        <p:nvSpPr>
          <p:cNvPr id="431" name="Google Shape;431;p51"/>
          <p:cNvSpPr txBox="1"/>
          <p:nvPr>
            <p:ph idx="2" type="subTitle"/>
          </p:nvPr>
        </p:nvSpPr>
        <p:spPr>
          <a:xfrm>
            <a:off x="5624850" y="2352050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parallels</a:t>
            </a:r>
            <a:endParaRPr/>
          </a:p>
        </p:txBody>
      </p:sp>
      <p:sp>
        <p:nvSpPr>
          <p:cNvPr id="432" name="Google Shape;432;p51"/>
          <p:cNvSpPr txBox="1"/>
          <p:nvPr>
            <p:ph idx="9" type="subTitle"/>
          </p:nvPr>
        </p:nvSpPr>
        <p:spPr>
          <a:xfrm>
            <a:off x="5624850" y="744888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33" name="Google Shape;433;p51"/>
          <p:cNvSpPr txBox="1"/>
          <p:nvPr>
            <p:ph idx="13" type="subTitle"/>
          </p:nvPr>
        </p:nvSpPr>
        <p:spPr>
          <a:xfrm>
            <a:off x="5624850" y="2063150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34" name="Google Shape;434;p51"/>
          <p:cNvSpPr txBox="1"/>
          <p:nvPr>
            <p:ph idx="15" type="subTitle"/>
          </p:nvPr>
        </p:nvSpPr>
        <p:spPr>
          <a:xfrm>
            <a:off x="5618325" y="3417263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2"/>
          <p:cNvSpPr/>
          <p:nvPr/>
        </p:nvSpPr>
        <p:spPr>
          <a:xfrm>
            <a:off x="284700" y="286200"/>
            <a:ext cx="1207200" cy="3681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440" name="Google Shape;440;p52"/>
          <p:cNvCxnSpPr/>
          <p:nvPr/>
        </p:nvCxnSpPr>
        <p:spPr>
          <a:xfrm>
            <a:off x="8497725" y="551825"/>
            <a:ext cx="0" cy="1374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441" name="Google Shape;441;p52"/>
          <p:cNvSpPr txBox="1"/>
          <p:nvPr>
            <p:ph idx="6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@zevulous</a:t>
            </a:r>
            <a:endParaRPr/>
          </a:p>
        </p:txBody>
      </p:sp>
      <p:pic>
        <p:nvPicPr>
          <p:cNvPr id="442" name="Google Shape;44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9500" y="217700"/>
            <a:ext cx="6518450" cy="2364351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52"/>
          <p:cNvSpPr/>
          <p:nvPr/>
        </p:nvSpPr>
        <p:spPr>
          <a:xfrm>
            <a:off x="2503229" y="2798700"/>
            <a:ext cx="2055300" cy="2025300"/>
          </a:xfrm>
          <a:prstGeom prst="roundRect">
            <a:avLst>
              <a:gd fmla="val 11013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Follower Age</a:t>
            </a:r>
            <a:endParaRPr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18-24: </a:t>
            </a:r>
            <a:r>
              <a:rPr lang="en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30.9%</a:t>
            </a:r>
            <a:endParaRPr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25-34: </a:t>
            </a:r>
            <a:r>
              <a:rPr lang="en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37.8%</a:t>
            </a:r>
            <a:endParaRPr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35-44: 18.3%</a:t>
            </a:r>
            <a:endParaRPr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4" name="Google Shape;444;p52"/>
          <p:cNvSpPr/>
          <p:nvPr/>
        </p:nvSpPr>
        <p:spPr>
          <a:xfrm>
            <a:off x="4558790" y="2798700"/>
            <a:ext cx="2055300" cy="2025300"/>
          </a:xfrm>
          <a:prstGeom prst="roundRect">
            <a:avLst>
              <a:gd fmla="val 1101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Follower Gender</a:t>
            </a:r>
            <a:endParaRPr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Male: 36%</a:t>
            </a:r>
            <a:endParaRPr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Female: 64%</a:t>
            </a:r>
            <a:endParaRPr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Other: &lt;1%</a:t>
            </a:r>
            <a:endParaRPr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5" name="Google Shape;445;p52"/>
          <p:cNvSpPr/>
          <p:nvPr/>
        </p:nvSpPr>
        <p:spPr>
          <a:xfrm>
            <a:off x="6614351" y="2798700"/>
            <a:ext cx="2055300" cy="2025300"/>
          </a:xfrm>
          <a:prstGeom prst="roundRect">
            <a:avLst>
              <a:gd fmla="val 11013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Follower Location</a:t>
            </a:r>
            <a:endParaRPr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United States: 57.6%</a:t>
            </a:r>
            <a:endParaRPr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Other: 28.5%</a:t>
            </a:r>
            <a:endParaRPr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UK: 3.8%</a:t>
            </a:r>
            <a:endParaRPr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Canada: 3.2%</a:t>
            </a:r>
            <a:endParaRPr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Australia: 1.8%</a:t>
            </a:r>
            <a:endParaRPr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6" name="Google Shape;446;p52"/>
          <p:cNvSpPr/>
          <p:nvPr/>
        </p:nvSpPr>
        <p:spPr>
          <a:xfrm>
            <a:off x="439500" y="2798700"/>
            <a:ext cx="2063700" cy="2025300"/>
          </a:xfrm>
          <a:prstGeom prst="roundRect">
            <a:avLst>
              <a:gd fmla="val 1101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Outfit"/>
                <a:ea typeface="Outfit"/>
                <a:cs typeface="Outfit"/>
                <a:sym typeface="Outfit"/>
              </a:rPr>
              <a:t>Max 256.6k followers </a:t>
            </a:r>
            <a:endParaRPr>
              <a:solidFill>
                <a:schemeClr val="accent3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Outfit"/>
                <a:ea typeface="Outfit"/>
                <a:cs typeface="Outfit"/>
                <a:sym typeface="Outfit"/>
              </a:rPr>
              <a:t>27.5M likes across all videos</a:t>
            </a:r>
            <a:endParaRPr>
              <a:solidFill>
                <a:schemeClr val="accent3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3"/>
          <p:cNvSpPr/>
          <p:nvPr/>
        </p:nvSpPr>
        <p:spPr>
          <a:xfrm flipH="1">
            <a:off x="6554675" y="286200"/>
            <a:ext cx="2304900" cy="39987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52" name="Google Shape;452;p53"/>
          <p:cNvSpPr/>
          <p:nvPr/>
        </p:nvSpPr>
        <p:spPr>
          <a:xfrm flipH="1">
            <a:off x="6554675" y="636401"/>
            <a:ext cx="2304900" cy="39987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53" name="Google Shape;453;p53"/>
          <p:cNvSpPr/>
          <p:nvPr/>
        </p:nvSpPr>
        <p:spPr>
          <a:xfrm flipH="1">
            <a:off x="1731475" y="286200"/>
            <a:ext cx="2304900" cy="39987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54" name="Google Shape;454;p53"/>
          <p:cNvSpPr/>
          <p:nvPr/>
        </p:nvSpPr>
        <p:spPr>
          <a:xfrm flipH="1">
            <a:off x="1731475" y="636401"/>
            <a:ext cx="2304900" cy="39987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55" name="Google Shape;455;p53"/>
          <p:cNvSpPr/>
          <p:nvPr/>
        </p:nvSpPr>
        <p:spPr>
          <a:xfrm flipH="1">
            <a:off x="4143075" y="286200"/>
            <a:ext cx="2304900" cy="39987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56" name="Google Shape;456;p53"/>
          <p:cNvSpPr/>
          <p:nvPr/>
        </p:nvSpPr>
        <p:spPr>
          <a:xfrm flipH="1">
            <a:off x="4143075" y="636401"/>
            <a:ext cx="2304900" cy="39987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57" name="Google Shape;457;p53"/>
          <p:cNvSpPr/>
          <p:nvPr/>
        </p:nvSpPr>
        <p:spPr>
          <a:xfrm>
            <a:off x="284700" y="286200"/>
            <a:ext cx="1207200" cy="3681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58" name="Google Shape;458;p53"/>
          <p:cNvSpPr txBox="1"/>
          <p:nvPr>
            <p:ph idx="9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@zevulous</a:t>
            </a:r>
            <a:endParaRPr/>
          </a:p>
        </p:txBody>
      </p:sp>
      <p:sp>
        <p:nvSpPr>
          <p:cNvPr id="459" name="Google Shape;459;p53"/>
          <p:cNvSpPr txBox="1"/>
          <p:nvPr>
            <p:ph idx="2" type="body"/>
          </p:nvPr>
        </p:nvSpPr>
        <p:spPr>
          <a:xfrm>
            <a:off x="1731400" y="2509703"/>
            <a:ext cx="2304900" cy="2125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3m views, 470.3k likes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Mostly about spreading awareness of the book, and then there’s a math fact in there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53"/>
          <p:cNvSpPr txBox="1"/>
          <p:nvPr>
            <p:ph idx="4" type="subTitle"/>
          </p:nvPr>
        </p:nvSpPr>
        <p:spPr>
          <a:xfrm>
            <a:off x="1731400" y="400075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01 - First Posting</a:t>
            </a:r>
            <a:endParaRPr/>
          </a:p>
        </p:txBody>
      </p:sp>
      <p:sp>
        <p:nvSpPr>
          <p:cNvPr id="461" name="Google Shape;461;p53"/>
          <p:cNvSpPr txBox="1"/>
          <p:nvPr>
            <p:ph idx="3" type="body"/>
          </p:nvPr>
        </p:nvSpPr>
        <p:spPr>
          <a:xfrm>
            <a:off x="4143075" y="3306424"/>
            <a:ext cx="2304900" cy="14349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271.7k views, 127.8k likes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DC for January 6th and realized I could help, sparked an over 100+ day effort for content moderation</a:t>
            </a:r>
            <a:endParaRPr/>
          </a:p>
        </p:txBody>
      </p:sp>
      <p:sp>
        <p:nvSpPr>
          <p:cNvPr id="462" name="Google Shape;462;p53"/>
          <p:cNvSpPr txBox="1"/>
          <p:nvPr>
            <p:ph idx="6" type="subTitle"/>
          </p:nvPr>
        </p:nvSpPr>
        <p:spPr>
          <a:xfrm>
            <a:off x="4143075" y="400075"/>
            <a:ext cx="19536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02 - Content Moderation</a:t>
            </a:r>
            <a:endParaRPr/>
          </a:p>
        </p:txBody>
      </p:sp>
      <p:sp>
        <p:nvSpPr>
          <p:cNvPr id="463" name="Google Shape;463;p53"/>
          <p:cNvSpPr txBox="1"/>
          <p:nvPr>
            <p:ph idx="1" type="body"/>
          </p:nvPr>
        </p:nvSpPr>
        <p:spPr>
          <a:xfrm>
            <a:off x="6554750" y="2509703"/>
            <a:ext cx="2304900" cy="2125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8.2m views, 1.3m likes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Started doing more with Judaism and comedy</a:t>
            </a:r>
            <a:endParaRPr/>
          </a:p>
        </p:txBody>
      </p:sp>
      <p:sp>
        <p:nvSpPr>
          <p:cNvPr id="464" name="Google Shape;464;p53"/>
          <p:cNvSpPr txBox="1"/>
          <p:nvPr>
            <p:ph idx="8" type="subTitle"/>
          </p:nvPr>
        </p:nvSpPr>
        <p:spPr>
          <a:xfrm>
            <a:off x="6554750" y="400075"/>
            <a:ext cx="20640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03 - Judaism + Others </a:t>
            </a:r>
            <a:endParaRPr/>
          </a:p>
        </p:txBody>
      </p:sp>
      <p:pic>
        <p:nvPicPr>
          <p:cNvPr id="465" name="Google Shape;465;p53" title="math_value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9523" y="766300"/>
            <a:ext cx="1428800" cy="2540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53" title="day_five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84211" y="766300"/>
            <a:ext cx="1515525" cy="2694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53" title="stranger_things.mp4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885603" y="766300"/>
            <a:ext cx="1587599" cy="2822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4"/>
          <p:cNvSpPr/>
          <p:nvPr/>
        </p:nvSpPr>
        <p:spPr>
          <a:xfrm flipH="1">
            <a:off x="5454674" y="628263"/>
            <a:ext cx="2787300" cy="10107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73" name="Google Shape;473;p54"/>
          <p:cNvSpPr/>
          <p:nvPr/>
        </p:nvSpPr>
        <p:spPr>
          <a:xfrm flipH="1">
            <a:off x="5454674" y="1946525"/>
            <a:ext cx="2787300" cy="10107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74" name="Google Shape;474;p54"/>
          <p:cNvSpPr/>
          <p:nvPr/>
        </p:nvSpPr>
        <p:spPr>
          <a:xfrm flipH="1">
            <a:off x="5448149" y="3300563"/>
            <a:ext cx="2787300" cy="10107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75" name="Google Shape;475;p54"/>
          <p:cNvSpPr txBox="1"/>
          <p:nvPr>
            <p:ph type="title"/>
          </p:nvPr>
        </p:nvSpPr>
        <p:spPr>
          <a:xfrm>
            <a:off x="901825" y="2135400"/>
            <a:ext cx="4137000" cy="8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 plan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(but please interrupt me)</a:t>
            </a:r>
            <a:endParaRPr sz="2700"/>
          </a:p>
        </p:txBody>
      </p:sp>
      <p:sp>
        <p:nvSpPr>
          <p:cNvPr id="476" name="Google Shape;476;p54"/>
          <p:cNvSpPr txBox="1"/>
          <p:nvPr>
            <p:ph idx="4" type="subTitle"/>
          </p:nvPr>
        </p:nvSpPr>
        <p:spPr>
          <a:xfrm>
            <a:off x="5618325" y="3706088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plea</a:t>
            </a:r>
            <a:endParaRPr/>
          </a:p>
        </p:txBody>
      </p:sp>
      <p:sp>
        <p:nvSpPr>
          <p:cNvPr id="477" name="Google Shape;477;p54"/>
          <p:cNvSpPr txBox="1"/>
          <p:nvPr>
            <p:ph idx="1" type="subTitle"/>
          </p:nvPr>
        </p:nvSpPr>
        <p:spPr>
          <a:xfrm>
            <a:off x="5624850" y="1033788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@zevulous</a:t>
            </a:r>
            <a:endParaRPr/>
          </a:p>
        </p:txBody>
      </p:sp>
      <p:sp>
        <p:nvSpPr>
          <p:cNvPr id="478" name="Google Shape;478;p54"/>
          <p:cNvSpPr txBox="1"/>
          <p:nvPr>
            <p:ph idx="2" type="subTitle"/>
          </p:nvPr>
        </p:nvSpPr>
        <p:spPr>
          <a:xfrm>
            <a:off x="5624850" y="2352050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parallels</a:t>
            </a:r>
            <a:endParaRPr/>
          </a:p>
        </p:txBody>
      </p:sp>
      <p:sp>
        <p:nvSpPr>
          <p:cNvPr id="479" name="Google Shape;479;p54"/>
          <p:cNvSpPr txBox="1"/>
          <p:nvPr>
            <p:ph idx="9" type="subTitle"/>
          </p:nvPr>
        </p:nvSpPr>
        <p:spPr>
          <a:xfrm>
            <a:off x="5624850" y="744888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80" name="Google Shape;480;p54"/>
          <p:cNvSpPr txBox="1"/>
          <p:nvPr>
            <p:ph idx="13" type="subTitle"/>
          </p:nvPr>
        </p:nvSpPr>
        <p:spPr>
          <a:xfrm>
            <a:off x="5624850" y="2063150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81" name="Google Shape;481;p54"/>
          <p:cNvSpPr txBox="1"/>
          <p:nvPr>
            <p:ph idx="15" type="subTitle"/>
          </p:nvPr>
        </p:nvSpPr>
        <p:spPr>
          <a:xfrm>
            <a:off x="5618325" y="3417263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5"/>
          <p:cNvSpPr/>
          <p:nvPr/>
        </p:nvSpPr>
        <p:spPr>
          <a:xfrm>
            <a:off x="284700" y="286200"/>
            <a:ext cx="1207200" cy="3681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87" name="Google Shape;487;p55"/>
          <p:cNvSpPr txBox="1"/>
          <p:nvPr>
            <p:ph idx="9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parallels</a:t>
            </a:r>
            <a:endParaRPr/>
          </a:p>
        </p:txBody>
      </p:sp>
      <p:pic>
        <p:nvPicPr>
          <p:cNvPr id="488" name="Google Shape;488;p55" title="jews_at_it_again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2988" y="410124"/>
            <a:ext cx="2431837" cy="432326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489" name="Google Shape;489;p55"/>
          <p:cNvSpPr/>
          <p:nvPr/>
        </p:nvSpPr>
        <p:spPr>
          <a:xfrm>
            <a:off x="7134650" y="1864163"/>
            <a:ext cx="1853100" cy="1617000"/>
          </a:xfrm>
          <a:prstGeom prst="hear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Instrument Sans"/>
                <a:ea typeface="Instrument Sans"/>
                <a:cs typeface="Instrument Sans"/>
                <a:sym typeface="Instrument Sans"/>
              </a:rPr>
              <a:t>1.1 million likes</a:t>
            </a:r>
            <a:endParaRPr sz="19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90" name="Google Shape;490;p55"/>
          <p:cNvSpPr/>
          <p:nvPr/>
        </p:nvSpPr>
        <p:spPr>
          <a:xfrm>
            <a:off x="6071875" y="3633825"/>
            <a:ext cx="2549664" cy="1238760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Instrument Sans"/>
                <a:ea typeface="Instrument Sans"/>
                <a:cs typeface="Instrument Sans"/>
                <a:sym typeface="Instrument Sans"/>
              </a:rPr>
              <a:t>Launched a sponsorship</a:t>
            </a:r>
            <a:endParaRPr sz="19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91" name="Google Shape;491;p55"/>
          <p:cNvSpPr/>
          <p:nvPr/>
        </p:nvSpPr>
        <p:spPr>
          <a:xfrm>
            <a:off x="5917100" y="286200"/>
            <a:ext cx="1948200" cy="1810800"/>
          </a:xfrm>
          <a:prstGeom prst="star6">
            <a:avLst>
              <a:gd fmla="val 28868" name="adj"/>
              <a:gd fmla="val 115470" name="h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Instrument Sans"/>
                <a:ea typeface="Instrument Sans"/>
                <a:cs typeface="Instrument Sans"/>
                <a:sym typeface="Instrument Sans"/>
              </a:rPr>
              <a:t>5.2 million views</a:t>
            </a:r>
            <a:endParaRPr sz="19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92" name="Google Shape;492;p55"/>
          <p:cNvSpPr/>
          <p:nvPr/>
        </p:nvSpPr>
        <p:spPr>
          <a:xfrm>
            <a:off x="257500" y="833481"/>
            <a:ext cx="2734800" cy="8400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 cap="flat" cmpd="sng" w="9525">
            <a:solidFill>
              <a:srgbClr val="A2A2A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Hook</a:t>
            </a:r>
            <a:endParaRPr sz="34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93" name="Google Shape;493;p55"/>
          <p:cNvSpPr/>
          <p:nvPr/>
        </p:nvSpPr>
        <p:spPr>
          <a:xfrm>
            <a:off x="286600" y="1822906"/>
            <a:ext cx="2676600" cy="87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A2A2A2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Precision + Concision</a:t>
            </a:r>
            <a:endParaRPr sz="2600">
              <a:solidFill>
                <a:srgbClr val="A2A2A2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94" name="Google Shape;494;p55"/>
          <p:cNvSpPr/>
          <p:nvPr/>
        </p:nvSpPr>
        <p:spPr>
          <a:xfrm>
            <a:off x="286600" y="3879156"/>
            <a:ext cx="2676600" cy="87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A2A2A2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</a:t>
            </a:r>
            <a:endParaRPr sz="3400">
              <a:solidFill>
                <a:srgbClr val="A2A2A2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95" name="Google Shape;495;p55"/>
          <p:cNvSpPr/>
          <p:nvPr/>
        </p:nvSpPr>
        <p:spPr>
          <a:xfrm>
            <a:off x="286600" y="2851025"/>
            <a:ext cx="2676600" cy="87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A2A2A2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Bias</a:t>
            </a:r>
            <a:endParaRPr sz="3400">
              <a:solidFill>
                <a:srgbClr val="A2A2A2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56"/>
          <p:cNvSpPr/>
          <p:nvPr/>
        </p:nvSpPr>
        <p:spPr>
          <a:xfrm>
            <a:off x="284700" y="286200"/>
            <a:ext cx="1207200" cy="3681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01" name="Google Shape;501;p56"/>
          <p:cNvSpPr txBox="1"/>
          <p:nvPr>
            <p:ph idx="9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parallels</a:t>
            </a:r>
            <a:endParaRPr/>
          </a:p>
        </p:txBody>
      </p:sp>
      <p:sp>
        <p:nvSpPr>
          <p:cNvPr id="502" name="Google Shape;502;p56"/>
          <p:cNvSpPr/>
          <p:nvPr/>
        </p:nvSpPr>
        <p:spPr>
          <a:xfrm>
            <a:off x="6909425" y="2814400"/>
            <a:ext cx="1884900" cy="1618800"/>
          </a:xfrm>
          <a:prstGeom prst="hear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Instrument Sans"/>
                <a:ea typeface="Instrument Sans"/>
                <a:cs typeface="Instrument Sans"/>
                <a:sym typeface="Instrument Sans"/>
              </a:rPr>
              <a:t>491.5k likes</a:t>
            </a:r>
            <a:endParaRPr sz="19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03" name="Google Shape;503;p56"/>
          <p:cNvSpPr/>
          <p:nvPr/>
        </p:nvSpPr>
        <p:spPr>
          <a:xfrm>
            <a:off x="6187750" y="550775"/>
            <a:ext cx="1948200" cy="1966200"/>
          </a:xfrm>
          <a:prstGeom prst="star6">
            <a:avLst>
              <a:gd fmla="val 28868" name="adj"/>
              <a:gd fmla="val 115470" name="h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Instrument Sans"/>
                <a:ea typeface="Instrument Sans"/>
                <a:cs typeface="Instrument Sans"/>
                <a:sym typeface="Instrument Sans"/>
              </a:rPr>
              <a:t>3</a:t>
            </a:r>
            <a:r>
              <a:rPr lang="en" sz="1900">
                <a:latin typeface="Instrument Sans"/>
                <a:ea typeface="Instrument Sans"/>
                <a:cs typeface="Instrument Sans"/>
                <a:sym typeface="Instrument Sans"/>
              </a:rPr>
              <a:t> million views</a:t>
            </a:r>
            <a:endParaRPr sz="19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504" name="Google Shape;504;p56" title="toddler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5600" y="152400"/>
            <a:ext cx="2721768" cy="4838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505" name="Google Shape;505;p56"/>
          <p:cNvSpPr/>
          <p:nvPr/>
        </p:nvSpPr>
        <p:spPr>
          <a:xfrm>
            <a:off x="257500" y="833481"/>
            <a:ext cx="2734800" cy="840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A2A2A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A2A2A2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Hook</a:t>
            </a:r>
            <a:endParaRPr sz="3400">
              <a:solidFill>
                <a:srgbClr val="A2A2A2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06" name="Google Shape;506;p56"/>
          <p:cNvSpPr/>
          <p:nvPr/>
        </p:nvSpPr>
        <p:spPr>
          <a:xfrm>
            <a:off x="286600" y="2851025"/>
            <a:ext cx="2676600" cy="87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A2A2A2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Bias</a:t>
            </a:r>
            <a:endParaRPr sz="3400">
              <a:solidFill>
                <a:srgbClr val="A2A2A2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07" name="Google Shape;507;p56"/>
          <p:cNvSpPr/>
          <p:nvPr/>
        </p:nvSpPr>
        <p:spPr>
          <a:xfrm>
            <a:off x="286600" y="3879156"/>
            <a:ext cx="2676600" cy="87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A2A2A2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</a:t>
            </a:r>
            <a:endParaRPr sz="3400">
              <a:solidFill>
                <a:srgbClr val="A2A2A2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08" name="Google Shape;508;p56"/>
          <p:cNvSpPr/>
          <p:nvPr/>
        </p:nvSpPr>
        <p:spPr>
          <a:xfrm>
            <a:off x="286600" y="1822906"/>
            <a:ext cx="2676600" cy="878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Precision + Concision</a:t>
            </a:r>
            <a:endParaRPr sz="26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7"/>
          <p:cNvSpPr/>
          <p:nvPr/>
        </p:nvSpPr>
        <p:spPr>
          <a:xfrm>
            <a:off x="284700" y="286200"/>
            <a:ext cx="1207200" cy="3681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14" name="Google Shape;514;p57"/>
          <p:cNvSpPr txBox="1"/>
          <p:nvPr>
            <p:ph idx="9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parallels</a:t>
            </a:r>
            <a:endParaRPr/>
          </a:p>
        </p:txBody>
      </p:sp>
      <p:sp>
        <p:nvSpPr>
          <p:cNvPr id="515" name="Google Shape;515;p57"/>
          <p:cNvSpPr/>
          <p:nvPr/>
        </p:nvSpPr>
        <p:spPr>
          <a:xfrm>
            <a:off x="6909425" y="2617350"/>
            <a:ext cx="1884900" cy="1618800"/>
          </a:xfrm>
          <a:prstGeom prst="hear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Instrument Sans"/>
                <a:ea typeface="Instrument Sans"/>
                <a:cs typeface="Instrument Sans"/>
                <a:sym typeface="Instrument Sans"/>
              </a:rPr>
              <a:t>165.9k</a:t>
            </a:r>
            <a:r>
              <a:rPr lang="en" sz="1900">
                <a:latin typeface="Instrument Sans"/>
                <a:ea typeface="Instrument Sans"/>
                <a:cs typeface="Instrument Sans"/>
                <a:sym typeface="Instrument Sans"/>
              </a:rPr>
              <a:t> likes</a:t>
            </a:r>
            <a:endParaRPr sz="19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16" name="Google Shape;516;p57"/>
          <p:cNvSpPr/>
          <p:nvPr/>
        </p:nvSpPr>
        <p:spPr>
          <a:xfrm>
            <a:off x="6390450" y="286200"/>
            <a:ext cx="1948200" cy="1966200"/>
          </a:xfrm>
          <a:prstGeom prst="star6">
            <a:avLst>
              <a:gd fmla="val 28868" name="adj"/>
              <a:gd fmla="val 115470" name="h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Instrument Sans"/>
                <a:ea typeface="Instrument Sans"/>
                <a:cs typeface="Instrument Sans"/>
                <a:sym typeface="Instrument Sans"/>
              </a:rPr>
              <a:t>1.3</a:t>
            </a:r>
            <a:r>
              <a:rPr lang="en" sz="1900">
                <a:latin typeface="Instrument Sans"/>
                <a:ea typeface="Instrument Sans"/>
                <a:cs typeface="Instrument Sans"/>
                <a:sym typeface="Instrument Sans"/>
              </a:rPr>
              <a:t> million views</a:t>
            </a:r>
            <a:endParaRPr sz="19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517" name="Google Shape;517;p57" title="antisemitism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1875" y="152400"/>
            <a:ext cx="2592827" cy="460946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518" name="Google Shape;518;p57"/>
          <p:cNvSpPr/>
          <p:nvPr/>
        </p:nvSpPr>
        <p:spPr>
          <a:xfrm>
            <a:off x="257500" y="833481"/>
            <a:ext cx="2734800" cy="840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A2A2A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A2A2A2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Hook</a:t>
            </a:r>
            <a:endParaRPr sz="3400">
              <a:solidFill>
                <a:srgbClr val="A2A2A2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19" name="Google Shape;519;p57"/>
          <p:cNvSpPr/>
          <p:nvPr/>
        </p:nvSpPr>
        <p:spPr>
          <a:xfrm>
            <a:off x="286600" y="1822906"/>
            <a:ext cx="2676600" cy="878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Precision + Concision</a:t>
            </a:r>
            <a:endParaRPr sz="26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20" name="Google Shape;520;p57"/>
          <p:cNvSpPr/>
          <p:nvPr/>
        </p:nvSpPr>
        <p:spPr>
          <a:xfrm>
            <a:off x="286600" y="2851025"/>
            <a:ext cx="2676600" cy="87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A2A2A2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Bias</a:t>
            </a:r>
            <a:endParaRPr sz="3400">
              <a:solidFill>
                <a:srgbClr val="A2A2A2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21" name="Google Shape;521;p57"/>
          <p:cNvSpPr/>
          <p:nvPr/>
        </p:nvSpPr>
        <p:spPr>
          <a:xfrm>
            <a:off x="286600" y="3879156"/>
            <a:ext cx="2676600" cy="87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A2A2A2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</a:t>
            </a:r>
            <a:endParaRPr sz="3400">
              <a:solidFill>
                <a:srgbClr val="A2A2A2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8"/>
          <p:cNvSpPr/>
          <p:nvPr/>
        </p:nvSpPr>
        <p:spPr>
          <a:xfrm>
            <a:off x="284700" y="286200"/>
            <a:ext cx="1207200" cy="3681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27" name="Google Shape;527;p58"/>
          <p:cNvSpPr txBox="1"/>
          <p:nvPr>
            <p:ph idx="9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parallels</a:t>
            </a:r>
            <a:endParaRPr/>
          </a:p>
        </p:txBody>
      </p:sp>
      <p:sp>
        <p:nvSpPr>
          <p:cNvPr id="528" name="Google Shape;528;p58"/>
          <p:cNvSpPr/>
          <p:nvPr/>
        </p:nvSpPr>
        <p:spPr>
          <a:xfrm>
            <a:off x="6909425" y="2814400"/>
            <a:ext cx="1884900" cy="1618800"/>
          </a:xfrm>
          <a:prstGeom prst="hear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Instrument Sans"/>
                <a:ea typeface="Instrument Sans"/>
                <a:cs typeface="Instrument Sans"/>
                <a:sym typeface="Instrument Sans"/>
              </a:rPr>
              <a:t>53.6</a:t>
            </a:r>
            <a:r>
              <a:rPr lang="en" sz="1900">
                <a:latin typeface="Instrument Sans"/>
                <a:ea typeface="Instrument Sans"/>
                <a:cs typeface="Instrument Sans"/>
                <a:sym typeface="Instrument Sans"/>
              </a:rPr>
              <a:t>k likes</a:t>
            </a:r>
            <a:endParaRPr sz="19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29" name="Google Shape;529;p58"/>
          <p:cNvSpPr/>
          <p:nvPr/>
        </p:nvSpPr>
        <p:spPr>
          <a:xfrm>
            <a:off x="6187750" y="550775"/>
            <a:ext cx="1948200" cy="1966200"/>
          </a:xfrm>
          <a:prstGeom prst="star6">
            <a:avLst>
              <a:gd fmla="val 28868" name="adj"/>
              <a:gd fmla="val 115470" name="h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Instrument Sans"/>
                <a:ea typeface="Instrument Sans"/>
                <a:cs typeface="Instrument Sans"/>
                <a:sym typeface="Instrument Sans"/>
              </a:rPr>
              <a:t>428.5k</a:t>
            </a:r>
            <a:r>
              <a:rPr lang="en" sz="1900">
                <a:latin typeface="Instrument Sans"/>
                <a:ea typeface="Instrument Sans"/>
                <a:cs typeface="Instrument Sans"/>
                <a:sym typeface="Instrument Sans"/>
              </a:rPr>
              <a:t> views</a:t>
            </a:r>
            <a:endParaRPr sz="19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530" name="Google Shape;530;p58" title="recency_bias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4700" y="152400"/>
            <a:ext cx="2721768" cy="4838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531" name="Google Shape;531;p58"/>
          <p:cNvSpPr/>
          <p:nvPr/>
        </p:nvSpPr>
        <p:spPr>
          <a:xfrm>
            <a:off x="257500" y="833481"/>
            <a:ext cx="2734800" cy="840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A2A2A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A2A2A2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Hook</a:t>
            </a:r>
            <a:endParaRPr sz="3400">
              <a:solidFill>
                <a:srgbClr val="A2A2A2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32" name="Google Shape;532;p58"/>
          <p:cNvSpPr/>
          <p:nvPr/>
        </p:nvSpPr>
        <p:spPr>
          <a:xfrm>
            <a:off x="286600" y="1822906"/>
            <a:ext cx="2676600" cy="87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A2A2A2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Precision + Concision</a:t>
            </a:r>
            <a:endParaRPr sz="2600">
              <a:solidFill>
                <a:srgbClr val="A2A2A2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33" name="Google Shape;533;p58"/>
          <p:cNvSpPr/>
          <p:nvPr/>
        </p:nvSpPr>
        <p:spPr>
          <a:xfrm>
            <a:off x="286600" y="2851025"/>
            <a:ext cx="2676600" cy="8787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Bias</a:t>
            </a:r>
            <a:endParaRPr sz="34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34" name="Google Shape;534;p58"/>
          <p:cNvSpPr/>
          <p:nvPr/>
        </p:nvSpPr>
        <p:spPr>
          <a:xfrm>
            <a:off x="286600" y="3879156"/>
            <a:ext cx="2676600" cy="87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A2A2A2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</a:t>
            </a:r>
            <a:endParaRPr sz="3400">
              <a:solidFill>
                <a:srgbClr val="A2A2A2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59"/>
          <p:cNvSpPr/>
          <p:nvPr/>
        </p:nvSpPr>
        <p:spPr>
          <a:xfrm>
            <a:off x="284700" y="286200"/>
            <a:ext cx="1207200" cy="3681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40" name="Google Shape;540;p59"/>
          <p:cNvSpPr txBox="1"/>
          <p:nvPr>
            <p:ph idx="9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parallels</a:t>
            </a:r>
            <a:endParaRPr/>
          </a:p>
        </p:txBody>
      </p:sp>
      <p:sp>
        <p:nvSpPr>
          <p:cNvPr id="541" name="Google Shape;541;p59"/>
          <p:cNvSpPr/>
          <p:nvPr/>
        </p:nvSpPr>
        <p:spPr>
          <a:xfrm>
            <a:off x="6909425" y="2814400"/>
            <a:ext cx="1884900" cy="1618800"/>
          </a:xfrm>
          <a:prstGeom prst="hear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Instrument Sans"/>
                <a:ea typeface="Instrument Sans"/>
                <a:cs typeface="Instrument Sans"/>
                <a:sym typeface="Instrument Sans"/>
              </a:rPr>
              <a:t>92.7</a:t>
            </a:r>
            <a:r>
              <a:rPr lang="en" sz="1900">
                <a:latin typeface="Instrument Sans"/>
                <a:ea typeface="Instrument Sans"/>
                <a:cs typeface="Instrument Sans"/>
                <a:sym typeface="Instrument Sans"/>
              </a:rPr>
              <a:t>k likes</a:t>
            </a:r>
            <a:endParaRPr sz="19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42" name="Google Shape;542;p59"/>
          <p:cNvSpPr/>
          <p:nvPr/>
        </p:nvSpPr>
        <p:spPr>
          <a:xfrm>
            <a:off x="6187750" y="550775"/>
            <a:ext cx="1948200" cy="1966200"/>
          </a:xfrm>
          <a:prstGeom prst="star6">
            <a:avLst>
              <a:gd fmla="val 28868" name="adj"/>
              <a:gd fmla="val 115470" name="h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Instrument Sans"/>
                <a:ea typeface="Instrument Sans"/>
                <a:cs typeface="Instrument Sans"/>
                <a:sym typeface="Instrument Sans"/>
              </a:rPr>
              <a:t>471.3k views</a:t>
            </a:r>
            <a:endParaRPr sz="19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43" name="Google Shape;543;p59"/>
          <p:cNvSpPr/>
          <p:nvPr/>
        </p:nvSpPr>
        <p:spPr>
          <a:xfrm>
            <a:off x="257500" y="833481"/>
            <a:ext cx="2734800" cy="840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A2A2A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A2A2A2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Hook</a:t>
            </a:r>
            <a:endParaRPr sz="3400">
              <a:solidFill>
                <a:srgbClr val="A2A2A2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44" name="Google Shape;544;p59"/>
          <p:cNvSpPr/>
          <p:nvPr/>
        </p:nvSpPr>
        <p:spPr>
          <a:xfrm>
            <a:off x="286600" y="1822906"/>
            <a:ext cx="2676600" cy="87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A2A2A2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Precision + Concision</a:t>
            </a:r>
            <a:endParaRPr sz="2600">
              <a:solidFill>
                <a:srgbClr val="A2A2A2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45" name="Google Shape;545;p59"/>
          <p:cNvSpPr/>
          <p:nvPr/>
        </p:nvSpPr>
        <p:spPr>
          <a:xfrm>
            <a:off x="286600" y="3879156"/>
            <a:ext cx="2676600" cy="8787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</a:t>
            </a:r>
            <a:endParaRPr sz="34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46" name="Google Shape;546;p59"/>
          <p:cNvSpPr/>
          <p:nvPr/>
        </p:nvSpPr>
        <p:spPr>
          <a:xfrm>
            <a:off x="286600" y="2851025"/>
            <a:ext cx="2676600" cy="87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A2A2A2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Bias</a:t>
            </a:r>
            <a:endParaRPr sz="3400">
              <a:solidFill>
                <a:srgbClr val="A2A2A2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547" name="Google Shape;547;p59" title="cia_sure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4588" y="152400"/>
            <a:ext cx="2721768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0"/>
          <p:cNvSpPr/>
          <p:nvPr/>
        </p:nvSpPr>
        <p:spPr>
          <a:xfrm flipH="1">
            <a:off x="5454674" y="628263"/>
            <a:ext cx="2787300" cy="10107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3" name="Google Shape;553;p60"/>
          <p:cNvSpPr/>
          <p:nvPr/>
        </p:nvSpPr>
        <p:spPr>
          <a:xfrm flipH="1">
            <a:off x="5454674" y="1946525"/>
            <a:ext cx="2787300" cy="10107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4" name="Google Shape;554;p60"/>
          <p:cNvSpPr/>
          <p:nvPr/>
        </p:nvSpPr>
        <p:spPr>
          <a:xfrm flipH="1">
            <a:off x="5448149" y="3300563"/>
            <a:ext cx="2787300" cy="10107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5" name="Google Shape;555;p60"/>
          <p:cNvSpPr txBox="1"/>
          <p:nvPr>
            <p:ph type="title"/>
          </p:nvPr>
        </p:nvSpPr>
        <p:spPr>
          <a:xfrm>
            <a:off x="901825" y="2135400"/>
            <a:ext cx="4137000" cy="8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 plan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(but please interrupt me)</a:t>
            </a:r>
            <a:endParaRPr sz="2700"/>
          </a:p>
        </p:txBody>
      </p:sp>
      <p:sp>
        <p:nvSpPr>
          <p:cNvPr id="556" name="Google Shape;556;p60"/>
          <p:cNvSpPr txBox="1"/>
          <p:nvPr>
            <p:ph idx="4" type="subTitle"/>
          </p:nvPr>
        </p:nvSpPr>
        <p:spPr>
          <a:xfrm>
            <a:off x="5618325" y="3706088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plea</a:t>
            </a:r>
            <a:endParaRPr/>
          </a:p>
        </p:txBody>
      </p:sp>
      <p:sp>
        <p:nvSpPr>
          <p:cNvPr id="557" name="Google Shape;557;p60"/>
          <p:cNvSpPr txBox="1"/>
          <p:nvPr>
            <p:ph idx="1" type="subTitle"/>
          </p:nvPr>
        </p:nvSpPr>
        <p:spPr>
          <a:xfrm>
            <a:off x="5624850" y="1033788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@zevulous</a:t>
            </a:r>
            <a:endParaRPr/>
          </a:p>
        </p:txBody>
      </p:sp>
      <p:sp>
        <p:nvSpPr>
          <p:cNvPr id="558" name="Google Shape;558;p60"/>
          <p:cNvSpPr txBox="1"/>
          <p:nvPr>
            <p:ph idx="2" type="subTitle"/>
          </p:nvPr>
        </p:nvSpPr>
        <p:spPr>
          <a:xfrm>
            <a:off x="5624850" y="2352050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parallels</a:t>
            </a:r>
            <a:endParaRPr/>
          </a:p>
        </p:txBody>
      </p:sp>
      <p:sp>
        <p:nvSpPr>
          <p:cNvPr id="559" name="Google Shape;559;p60"/>
          <p:cNvSpPr txBox="1"/>
          <p:nvPr>
            <p:ph idx="9" type="subTitle"/>
          </p:nvPr>
        </p:nvSpPr>
        <p:spPr>
          <a:xfrm>
            <a:off x="5624850" y="744888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60" name="Google Shape;560;p60"/>
          <p:cNvSpPr txBox="1"/>
          <p:nvPr>
            <p:ph idx="13" type="subTitle"/>
          </p:nvPr>
        </p:nvSpPr>
        <p:spPr>
          <a:xfrm>
            <a:off x="5624850" y="2063150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61" name="Google Shape;561;p60"/>
          <p:cNvSpPr txBox="1"/>
          <p:nvPr>
            <p:ph idx="15" type="subTitle"/>
          </p:nvPr>
        </p:nvSpPr>
        <p:spPr>
          <a:xfrm>
            <a:off x="5618325" y="3417263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61"/>
          <p:cNvSpPr/>
          <p:nvPr/>
        </p:nvSpPr>
        <p:spPr>
          <a:xfrm>
            <a:off x="2819754" y="1173450"/>
            <a:ext cx="1808700" cy="2796600"/>
          </a:xfrm>
          <a:prstGeom prst="roundRect">
            <a:avLst>
              <a:gd fmla="val 11013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67" name="Google Shape;567;p61"/>
          <p:cNvSpPr/>
          <p:nvPr/>
        </p:nvSpPr>
        <p:spPr>
          <a:xfrm>
            <a:off x="4628533" y="1173450"/>
            <a:ext cx="1808700" cy="2796600"/>
          </a:xfrm>
          <a:prstGeom prst="roundRect">
            <a:avLst>
              <a:gd fmla="val 1101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68" name="Google Shape;568;p61"/>
          <p:cNvSpPr/>
          <p:nvPr/>
        </p:nvSpPr>
        <p:spPr>
          <a:xfrm>
            <a:off x="6437312" y="1173450"/>
            <a:ext cx="1808700" cy="2796600"/>
          </a:xfrm>
          <a:prstGeom prst="roundRect">
            <a:avLst>
              <a:gd fmla="val 11013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69" name="Google Shape;569;p61"/>
          <p:cNvSpPr/>
          <p:nvPr/>
        </p:nvSpPr>
        <p:spPr>
          <a:xfrm>
            <a:off x="1003788" y="1173450"/>
            <a:ext cx="1815900" cy="2796600"/>
          </a:xfrm>
          <a:prstGeom prst="roundRect">
            <a:avLst>
              <a:gd fmla="val 1101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570" name="Google Shape;570;p61"/>
          <p:cNvGrpSpPr/>
          <p:nvPr/>
        </p:nvGrpSpPr>
        <p:grpSpPr>
          <a:xfrm>
            <a:off x="1181563" y="3453343"/>
            <a:ext cx="320400" cy="320400"/>
            <a:chOff x="2369875" y="4304975"/>
            <a:chExt cx="320400" cy="320400"/>
          </a:xfrm>
        </p:grpSpPr>
        <p:sp>
          <p:nvSpPr>
            <p:cNvPr id="571" name="Google Shape;571;p61"/>
            <p:cNvSpPr/>
            <p:nvPr/>
          </p:nvSpPr>
          <p:spPr>
            <a:xfrm rot="-5400000">
              <a:off x="2369875" y="4304975"/>
              <a:ext cx="320400" cy="320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3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572" name="Google Shape;572;p61"/>
            <p:cNvSpPr/>
            <p:nvPr/>
          </p:nvSpPr>
          <p:spPr>
            <a:xfrm rot="5400000">
              <a:off x="2460818" y="4395910"/>
              <a:ext cx="138514" cy="138517"/>
            </a:xfrm>
            <a:custGeom>
              <a:rect b="b" l="l" r="r" t="t"/>
              <a:pathLst>
                <a:path extrusionOk="0" h="40179" w="40178">
                  <a:moveTo>
                    <a:pt x="20089" y="1"/>
                  </a:moveTo>
                  <a:lnTo>
                    <a:pt x="16511" y="3516"/>
                  </a:lnTo>
                  <a:lnTo>
                    <a:pt x="30573" y="17578"/>
                  </a:lnTo>
                  <a:lnTo>
                    <a:pt x="1" y="17578"/>
                  </a:lnTo>
                  <a:lnTo>
                    <a:pt x="1" y="22601"/>
                  </a:lnTo>
                  <a:lnTo>
                    <a:pt x="30573" y="22601"/>
                  </a:lnTo>
                  <a:lnTo>
                    <a:pt x="16511" y="36663"/>
                  </a:lnTo>
                  <a:lnTo>
                    <a:pt x="20089" y="40178"/>
                  </a:lnTo>
                  <a:lnTo>
                    <a:pt x="40178" y="20089"/>
                  </a:lnTo>
                  <a:lnTo>
                    <a:pt x="200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3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573" name="Google Shape;573;p61"/>
          <p:cNvGrpSpPr/>
          <p:nvPr/>
        </p:nvGrpSpPr>
        <p:grpSpPr>
          <a:xfrm>
            <a:off x="2996713" y="3453343"/>
            <a:ext cx="320400" cy="320400"/>
            <a:chOff x="4185025" y="4322500"/>
            <a:chExt cx="320400" cy="320400"/>
          </a:xfrm>
        </p:grpSpPr>
        <p:sp>
          <p:nvSpPr>
            <p:cNvPr id="574" name="Google Shape;574;p61"/>
            <p:cNvSpPr/>
            <p:nvPr/>
          </p:nvSpPr>
          <p:spPr>
            <a:xfrm rot="-5400000">
              <a:off x="4185025" y="4322500"/>
              <a:ext cx="320400" cy="320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3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575" name="Google Shape;575;p61"/>
            <p:cNvSpPr/>
            <p:nvPr/>
          </p:nvSpPr>
          <p:spPr>
            <a:xfrm rot="5400000">
              <a:off x="4275968" y="4413435"/>
              <a:ext cx="138514" cy="138517"/>
            </a:xfrm>
            <a:custGeom>
              <a:rect b="b" l="l" r="r" t="t"/>
              <a:pathLst>
                <a:path extrusionOk="0" h="40179" w="40178">
                  <a:moveTo>
                    <a:pt x="20089" y="1"/>
                  </a:moveTo>
                  <a:lnTo>
                    <a:pt x="16511" y="3516"/>
                  </a:lnTo>
                  <a:lnTo>
                    <a:pt x="30573" y="17578"/>
                  </a:lnTo>
                  <a:lnTo>
                    <a:pt x="1" y="17578"/>
                  </a:lnTo>
                  <a:lnTo>
                    <a:pt x="1" y="22601"/>
                  </a:lnTo>
                  <a:lnTo>
                    <a:pt x="30573" y="22601"/>
                  </a:lnTo>
                  <a:lnTo>
                    <a:pt x="16511" y="36663"/>
                  </a:lnTo>
                  <a:lnTo>
                    <a:pt x="20089" y="40178"/>
                  </a:lnTo>
                  <a:lnTo>
                    <a:pt x="40178" y="20089"/>
                  </a:lnTo>
                  <a:lnTo>
                    <a:pt x="200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3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576" name="Google Shape;576;p61"/>
          <p:cNvGrpSpPr/>
          <p:nvPr/>
        </p:nvGrpSpPr>
        <p:grpSpPr>
          <a:xfrm>
            <a:off x="4811863" y="3453343"/>
            <a:ext cx="320400" cy="320400"/>
            <a:chOff x="6000175" y="4322500"/>
            <a:chExt cx="320400" cy="320400"/>
          </a:xfrm>
        </p:grpSpPr>
        <p:sp>
          <p:nvSpPr>
            <p:cNvPr id="577" name="Google Shape;577;p61"/>
            <p:cNvSpPr/>
            <p:nvPr/>
          </p:nvSpPr>
          <p:spPr>
            <a:xfrm rot="-5400000">
              <a:off x="6000175" y="4322500"/>
              <a:ext cx="320400" cy="320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3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578" name="Google Shape;578;p61"/>
            <p:cNvSpPr/>
            <p:nvPr/>
          </p:nvSpPr>
          <p:spPr>
            <a:xfrm rot="5400000">
              <a:off x="6091118" y="4413435"/>
              <a:ext cx="138514" cy="138517"/>
            </a:xfrm>
            <a:custGeom>
              <a:rect b="b" l="l" r="r" t="t"/>
              <a:pathLst>
                <a:path extrusionOk="0" h="40179" w="40178">
                  <a:moveTo>
                    <a:pt x="20089" y="1"/>
                  </a:moveTo>
                  <a:lnTo>
                    <a:pt x="16511" y="3516"/>
                  </a:lnTo>
                  <a:lnTo>
                    <a:pt x="30573" y="17578"/>
                  </a:lnTo>
                  <a:lnTo>
                    <a:pt x="1" y="17578"/>
                  </a:lnTo>
                  <a:lnTo>
                    <a:pt x="1" y="22601"/>
                  </a:lnTo>
                  <a:lnTo>
                    <a:pt x="30573" y="22601"/>
                  </a:lnTo>
                  <a:lnTo>
                    <a:pt x="16511" y="36663"/>
                  </a:lnTo>
                  <a:lnTo>
                    <a:pt x="20089" y="40178"/>
                  </a:lnTo>
                  <a:lnTo>
                    <a:pt x="40178" y="20089"/>
                  </a:lnTo>
                  <a:lnTo>
                    <a:pt x="200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3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579" name="Google Shape;579;p61"/>
          <p:cNvGrpSpPr/>
          <p:nvPr/>
        </p:nvGrpSpPr>
        <p:grpSpPr>
          <a:xfrm>
            <a:off x="6627013" y="3453343"/>
            <a:ext cx="320400" cy="320400"/>
            <a:chOff x="7815325" y="4322500"/>
            <a:chExt cx="320400" cy="320400"/>
          </a:xfrm>
        </p:grpSpPr>
        <p:sp>
          <p:nvSpPr>
            <p:cNvPr id="580" name="Google Shape;580;p61"/>
            <p:cNvSpPr/>
            <p:nvPr/>
          </p:nvSpPr>
          <p:spPr>
            <a:xfrm rot="-5400000">
              <a:off x="7815325" y="4322500"/>
              <a:ext cx="320400" cy="320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3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581" name="Google Shape;581;p61"/>
            <p:cNvSpPr/>
            <p:nvPr/>
          </p:nvSpPr>
          <p:spPr>
            <a:xfrm rot="5400000">
              <a:off x="7906268" y="4413435"/>
              <a:ext cx="138514" cy="138517"/>
            </a:xfrm>
            <a:custGeom>
              <a:rect b="b" l="l" r="r" t="t"/>
              <a:pathLst>
                <a:path extrusionOk="0" h="40179" w="40178">
                  <a:moveTo>
                    <a:pt x="20089" y="1"/>
                  </a:moveTo>
                  <a:lnTo>
                    <a:pt x="16511" y="3516"/>
                  </a:lnTo>
                  <a:lnTo>
                    <a:pt x="30573" y="17578"/>
                  </a:lnTo>
                  <a:lnTo>
                    <a:pt x="1" y="17578"/>
                  </a:lnTo>
                  <a:lnTo>
                    <a:pt x="1" y="22601"/>
                  </a:lnTo>
                  <a:lnTo>
                    <a:pt x="30573" y="22601"/>
                  </a:lnTo>
                  <a:lnTo>
                    <a:pt x="16511" y="36663"/>
                  </a:lnTo>
                  <a:lnTo>
                    <a:pt x="20089" y="40178"/>
                  </a:lnTo>
                  <a:lnTo>
                    <a:pt x="40178" y="20089"/>
                  </a:lnTo>
                  <a:lnTo>
                    <a:pt x="200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3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582" name="Google Shape;582;p61"/>
          <p:cNvSpPr txBox="1"/>
          <p:nvPr>
            <p:ph type="title"/>
          </p:nvPr>
        </p:nvSpPr>
        <p:spPr>
          <a:xfrm>
            <a:off x="284775" y="282900"/>
            <a:ext cx="85746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goes into a video</a:t>
            </a:r>
            <a:endParaRPr/>
          </a:p>
        </p:txBody>
      </p:sp>
      <p:sp>
        <p:nvSpPr>
          <p:cNvPr id="583" name="Google Shape;583;p61"/>
          <p:cNvSpPr txBox="1"/>
          <p:nvPr>
            <p:ph idx="3" type="subTitle"/>
          </p:nvPr>
        </p:nvSpPr>
        <p:spPr>
          <a:xfrm>
            <a:off x="4798175" y="1375425"/>
            <a:ext cx="1468500" cy="166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 I known for this thing and need to keep up the branding?</a:t>
            </a:r>
            <a:endParaRPr/>
          </a:p>
        </p:txBody>
      </p:sp>
      <p:sp>
        <p:nvSpPr>
          <p:cNvPr id="584" name="Google Shape;584;p61"/>
          <p:cNvSpPr txBox="1"/>
          <p:nvPr>
            <p:ph idx="4" type="subTitle"/>
          </p:nvPr>
        </p:nvSpPr>
        <p:spPr>
          <a:xfrm>
            <a:off x="6606475" y="1375425"/>
            <a:ext cx="1468500" cy="184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will get me a sponsorship?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100"/>
            </a:br>
            <a:r>
              <a:rPr i="1" lang="en" sz="1100"/>
              <a:t>(related: Do I have a contractual obligation to make a video on this?)</a:t>
            </a:r>
            <a:endParaRPr i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61"/>
          <p:cNvSpPr txBox="1"/>
          <p:nvPr>
            <p:ph idx="1" type="subTitle"/>
          </p:nvPr>
        </p:nvSpPr>
        <p:spPr>
          <a:xfrm>
            <a:off x="1181563" y="1375425"/>
            <a:ext cx="1468500" cy="33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will get views?</a:t>
            </a:r>
            <a:endParaRPr/>
          </a:p>
        </p:txBody>
      </p:sp>
      <p:sp>
        <p:nvSpPr>
          <p:cNvPr id="586" name="Google Shape;586;p61"/>
          <p:cNvSpPr txBox="1"/>
          <p:nvPr>
            <p:ph idx="2" type="subTitle"/>
          </p:nvPr>
        </p:nvSpPr>
        <p:spPr>
          <a:xfrm>
            <a:off x="2989875" y="1375425"/>
            <a:ext cx="1468500" cy="184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trending right now that I can apply to my niche/content?</a:t>
            </a:r>
            <a:endParaRPr i="1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62"/>
          <p:cNvSpPr/>
          <p:nvPr/>
        </p:nvSpPr>
        <p:spPr>
          <a:xfrm>
            <a:off x="2819754" y="1173450"/>
            <a:ext cx="1808700" cy="2796600"/>
          </a:xfrm>
          <a:prstGeom prst="roundRect">
            <a:avLst>
              <a:gd fmla="val 11013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92" name="Google Shape;592;p62"/>
          <p:cNvSpPr/>
          <p:nvPr/>
        </p:nvSpPr>
        <p:spPr>
          <a:xfrm>
            <a:off x="4628533" y="1173450"/>
            <a:ext cx="1808700" cy="2796600"/>
          </a:xfrm>
          <a:prstGeom prst="roundRect">
            <a:avLst>
              <a:gd fmla="val 1101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93" name="Google Shape;593;p62"/>
          <p:cNvSpPr/>
          <p:nvPr/>
        </p:nvSpPr>
        <p:spPr>
          <a:xfrm>
            <a:off x="6437312" y="1173450"/>
            <a:ext cx="1808700" cy="2796600"/>
          </a:xfrm>
          <a:prstGeom prst="roundRect">
            <a:avLst>
              <a:gd fmla="val 11013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94" name="Google Shape;594;p62"/>
          <p:cNvSpPr/>
          <p:nvPr/>
        </p:nvSpPr>
        <p:spPr>
          <a:xfrm>
            <a:off x="1003788" y="1173450"/>
            <a:ext cx="1815900" cy="2796600"/>
          </a:xfrm>
          <a:prstGeom prst="roundRect">
            <a:avLst>
              <a:gd fmla="val 1101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595" name="Google Shape;595;p62"/>
          <p:cNvGrpSpPr/>
          <p:nvPr/>
        </p:nvGrpSpPr>
        <p:grpSpPr>
          <a:xfrm>
            <a:off x="1181563" y="3453343"/>
            <a:ext cx="320400" cy="320400"/>
            <a:chOff x="2369875" y="4304975"/>
            <a:chExt cx="320400" cy="320400"/>
          </a:xfrm>
        </p:grpSpPr>
        <p:sp>
          <p:nvSpPr>
            <p:cNvPr id="596" name="Google Shape;596;p62"/>
            <p:cNvSpPr/>
            <p:nvPr/>
          </p:nvSpPr>
          <p:spPr>
            <a:xfrm rot="-5400000">
              <a:off x="2369875" y="4304975"/>
              <a:ext cx="320400" cy="320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3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597" name="Google Shape;597;p62"/>
            <p:cNvSpPr/>
            <p:nvPr/>
          </p:nvSpPr>
          <p:spPr>
            <a:xfrm rot="5400000">
              <a:off x="2460818" y="4395910"/>
              <a:ext cx="138514" cy="138517"/>
            </a:xfrm>
            <a:custGeom>
              <a:rect b="b" l="l" r="r" t="t"/>
              <a:pathLst>
                <a:path extrusionOk="0" h="40179" w="40178">
                  <a:moveTo>
                    <a:pt x="20089" y="1"/>
                  </a:moveTo>
                  <a:lnTo>
                    <a:pt x="16511" y="3516"/>
                  </a:lnTo>
                  <a:lnTo>
                    <a:pt x="30573" y="17578"/>
                  </a:lnTo>
                  <a:lnTo>
                    <a:pt x="1" y="17578"/>
                  </a:lnTo>
                  <a:lnTo>
                    <a:pt x="1" y="22601"/>
                  </a:lnTo>
                  <a:lnTo>
                    <a:pt x="30573" y="22601"/>
                  </a:lnTo>
                  <a:lnTo>
                    <a:pt x="16511" y="36663"/>
                  </a:lnTo>
                  <a:lnTo>
                    <a:pt x="20089" y="40178"/>
                  </a:lnTo>
                  <a:lnTo>
                    <a:pt x="40178" y="20089"/>
                  </a:lnTo>
                  <a:lnTo>
                    <a:pt x="200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3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598" name="Google Shape;598;p62"/>
          <p:cNvGrpSpPr/>
          <p:nvPr/>
        </p:nvGrpSpPr>
        <p:grpSpPr>
          <a:xfrm>
            <a:off x="2996713" y="3453343"/>
            <a:ext cx="320400" cy="320400"/>
            <a:chOff x="4185025" y="4322500"/>
            <a:chExt cx="320400" cy="320400"/>
          </a:xfrm>
        </p:grpSpPr>
        <p:sp>
          <p:nvSpPr>
            <p:cNvPr id="599" name="Google Shape;599;p62"/>
            <p:cNvSpPr/>
            <p:nvPr/>
          </p:nvSpPr>
          <p:spPr>
            <a:xfrm rot="-5400000">
              <a:off x="4185025" y="4322500"/>
              <a:ext cx="320400" cy="320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3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600" name="Google Shape;600;p62"/>
            <p:cNvSpPr/>
            <p:nvPr/>
          </p:nvSpPr>
          <p:spPr>
            <a:xfrm rot="5400000">
              <a:off x="4275968" y="4413435"/>
              <a:ext cx="138514" cy="138517"/>
            </a:xfrm>
            <a:custGeom>
              <a:rect b="b" l="l" r="r" t="t"/>
              <a:pathLst>
                <a:path extrusionOk="0" h="40179" w="40178">
                  <a:moveTo>
                    <a:pt x="20089" y="1"/>
                  </a:moveTo>
                  <a:lnTo>
                    <a:pt x="16511" y="3516"/>
                  </a:lnTo>
                  <a:lnTo>
                    <a:pt x="30573" y="17578"/>
                  </a:lnTo>
                  <a:lnTo>
                    <a:pt x="1" y="17578"/>
                  </a:lnTo>
                  <a:lnTo>
                    <a:pt x="1" y="22601"/>
                  </a:lnTo>
                  <a:lnTo>
                    <a:pt x="30573" y="22601"/>
                  </a:lnTo>
                  <a:lnTo>
                    <a:pt x="16511" y="36663"/>
                  </a:lnTo>
                  <a:lnTo>
                    <a:pt x="20089" y="40178"/>
                  </a:lnTo>
                  <a:lnTo>
                    <a:pt x="40178" y="20089"/>
                  </a:lnTo>
                  <a:lnTo>
                    <a:pt x="200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3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601" name="Google Shape;601;p62"/>
          <p:cNvGrpSpPr/>
          <p:nvPr/>
        </p:nvGrpSpPr>
        <p:grpSpPr>
          <a:xfrm>
            <a:off x="4811863" y="3453343"/>
            <a:ext cx="320400" cy="320400"/>
            <a:chOff x="6000175" y="4322500"/>
            <a:chExt cx="320400" cy="320400"/>
          </a:xfrm>
        </p:grpSpPr>
        <p:sp>
          <p:nvSpPr>
            <p:cNvPr id="602" name="Google Shape;602;p62"/>
            <p:cNvSpPr/>
            <p:nvPr/>
          </p:nvSpPr>
          <p:spPr>
            <a:xfrm rot="-5400000">
              <a:off x="6000175" y="4322500"/>
              <a:ext cx="320400" cy="320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3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603" name="Google Shape;603;p62"/>
            <p:cNvSpPr/>
            <p:nvPr/>
          </p:nvSpPr>
          <p:spPr>
            <a:xfrm rot="5400000">
              <a:off x="6091118" y="4413435"/>
              <a:ext cx="138514" cy="138517"/>
            </a:xfrm>
            <a:custGeom>
              <a:rect b="b" l="l" r="r" t="t"/>
              <a:pathLst>
                <a:path extrusionOk="0" h="40179" w="40178">
                  <a:moveTo>
                    <a:pt x="20089" y="1"/>
                  </a:moveTo>
                  <a:lnTo>
                    <a:pt x="16511" y="3516"/>
                  </a:lnTo>
                  <a:lnTo>
                    <a:pt x="30573" y="17578"/>
                  </a:lnTo>
                  <a:lnTo>
                    <a:pt x="1" y="17578"/>
                  </a:lnTo>
                  <a:lnTo>
                    <a:pt x="1" y="22601"/>
                  </a:lnTo>
                  <a:lnTo>
                    <a:pt x="30573" y="22601"/>
                  </a:lnTo>
                  <a:lnTo>
                    <a:pt x="16511" y="36663"/>
                  </a:lnTo>
                  <a:lnTo>
                    <a:pt x="20089" y="40178"/>
                  </a:lnTo>
                  <a:lnTo>
                    <a:pt x="40178" y="20089"/>
                  </a:lnTo>
                  <a:lnTo>
                    <a:pt x="200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3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604" name="Google Shape;604;p62"/>
          <p:cNvGrpSpPr/>
          <p:nvPr/>
        </p:nvGrpSpPr>
        <p:grpSpPr>
          <a:xfrm>
            <a:off x="6627013" y="3453343"/>
            <a:ext cx="320400" cy="320400"/>
            <a:chOff x="7815325" y="4322500"/>
            <a:chExt cx="320400" cy="320400"/>
          </a:xfrm>
        </p:grpSpPr>
        <p:sp>
          <p:nvSpPr>
            <p:cNvPr id="605" name="Google Shape;605;p62"/>
            <p:cNvSpPr/>
            <p:nvPr/>
          </p:nvSpPr>
          <p:spPr>
            <a:xfrm rot="-5400000">
              <a:off x="7815325" y="4322500"/>
              <a:ext cx="320400" cy="320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3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606" name="Google Shape;606;p62"/>
            <p:cNvSpPr/>
            <p:nvPr/>
          </p:nvSpPr>
          <p:spPr>
            <a:xfrm rot="5400000">
              <a:off x="7906268" y="4413435"/>
              <a:ext cx="138514" cy="138517"/>
            </a:xfrm>
            <a:custGeom>
              <a:rect b="b" l="l" r="r" t="t"/>
              <a:pathLst>
                <a:path extrusionOk="0" h="40179" w="40178">
                  <a:moveTo>
                    <a:pt x="20089" y="1"/>
                  </a:moveTo>
                  <a:lnTo>
                    <a:pt x="16511" y="3516"/>
                  </a:lnTo>
                  <a:lnTo>
                    <a:pt x="30573" y="17578"/>
                  </a:lnTo>
                  <a:lnTo>
                    <a:pt x="1" y="17578"/>
                  </a:lnTo>
                  <a:lnTo>
                    <a:pt x="1" y="22601"/>
                  </a:lnTo>
                  <a:lnTo>
                    <a:pt x="30573" y="22601"/>
                  </a:lnTo>
                  <a:lnTo>
                    <a:pt x="16511" y="36663"/>
                  </a:lnTo>
                  <a:lnTo>
                    <a:pt x="20089" y="40178"/>
                  </a:lnTo>
                  <a:lnTo>
                    <a:pt x="40178" y="20089"/>
                  </a:lnTo>
                  <a:lnTo>
                    <a:pt x="200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3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607" name="Google Shape;607;p62"/>
          <p:cNvSpPr txBox="1"/>
          <p:nvPr>
            <p:ph type="title"/>
          </p:nvPr>
        </p:nvSpPr>
        <p:spPr>
          <a:xfrm>
            <a:off x="284775" y="282900"/>
            <a:ext cx="85746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doesn’t go into a video</a:t>
            </a:r>
            <a:endParaRPr/>
          </a:p>
        </p:txBody>
      </p:sp>
      <p:sp>
        <p:nvSpPr>
          <p:cNvPr id="608" name="Google Shape;608;p62"/>
          <p:cNvSpPr txBox="1"/>
          <p:nvPr>
            <p:ph idx="3" type="subTitle"/>
          </p:nvPr>
        </p:nvSpPr>
        <p:spPr>
          <a:xfrm>
            <a:off x="4798175" y="1375425"/>
            <a:ext cx="1468500" cy="166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Coordination</a:t>
            </a:r>
            <a:endParaRPr/>
          </a:p>
        </p:txBody>
      </p:sp>
      <p:sp>
        <p:nvSpPr>
          <p:cNvPr id="609" name="Google Shape;609;p62"/>
          <p:cNvSpPr txBox="1"/>
          <p:nvPr>
            <p:ph idx="4" type="subTitle"/>
          </p:nvPr>
        </p:nvSpPr>
        <p:spPr>
          <a:xfrm>
            <a:off x="6606475" y="1375425"/>
            <a:ext cx="1468500" cy="184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“average” opinion</a:t>
            </a:r>
            <a:endParaRPr/>
          </a:p>
        </p:txBody>
      </p:sp>
      <p:sp>
        <p:nvSpPr>
          <p:cNvPr id="610" name="Google Shape;610;p62"/>
          <p:cNvSpPr txBox="1"/>
          <p:nvPr>
            <p:ph idx="1" type="subTitle"/>
          </p:nvPr>
        </p:nvSpPr>
        <p:spPr>
          <a:xfrm>
            <a:off x="1181563" y="1375425"/>
            <a:ext cx="1468500" cy="33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Nuance</a:t>
            </a:r>
            <a:endParaRPr/>
          </a:p>
        </p:txBody>
      </p:sp>
      <p:sp>
        <p:nvSpPr>
          <p:cNvPr id="611" name="Google Shape;611;p62"/>
          <p:cNvSpPr txBox="1"/>
          <p:nvPr>
            <p:ph idx="2" type="subTitle"/>
          </p:nvPr>
        </p:nvSpPr>
        <p:spPr>
          <a:xfrm>
            <a:off x="2989875" y="1375425"/>
            <a:ext cx="1468500" cy="184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 checking</a:t>
            </a:r>
            <a:endParaRPr i="1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63"/>
          <p:cNvSpPr txBox="1"/>
          <p:nvPr>
            <p:ph type="title"/>
          </p:nvPr>
        </p:nvSpPr>
        <p:spPr>
          <a:xfrm>
            <a:off x="791700" y="2110950"/>
            <a:ext cx="5173800" cy="81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ket Research Review | Bento">
  <a:themeElements>
    <a:clrScheme name="Simple Light">
      <a:dk1>
        <a:srgbClr val="F0F0F0"/>
      </a:dk1>
      <a:lt1>
        <a:srgbClr val="3D3D3D"/>
      </a:lt1>
      <a:dk2>
        <a:srgbClr val="FFBDE9"/>
      </a:dk2>
      <a:lt2>
        <a:srgbClr val="FFFCFA"/>
      </a:lt2>
      <a:accent1>
        <a:srgbClr val="FE5418"/>
      </a:accent1>
      <a:accent2>
        <a:srgbClr val="5237E6"/>
      </a:accent2>
      <a:accent3>
        <a:srgbClr val="7DDA92"/>
      </a:accent3>
      <a:accent4>
        <a:srgbClr val="B8A7FF"/>
      </a:accent4>
      <a:accent5>
        <a:srgbClr val="039366"/>
      </a:accent5>
      <a:accent6>
        <a:srgbClr val="E992D5"/>
      </a:accent6>
      <a:hlink>
        <a:srgbClr val="E1E5E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